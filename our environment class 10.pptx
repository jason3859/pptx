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4.xml" ContentType="application/vnd.openxmlformats-officedocument.theme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theme/theme5.xml" ContentType="application/vnd.openxmlformats-officedocument.theme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theme/theme6.xml" ContentType="application/vnd.openxmlformats-officedocument.theme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theme/theme7.xml" ContentType="application/vnd.openxmlformats-officedocument.theme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theme/theme8.xml" ContentType="application/vnd.openxmlformats-officedocument.theme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theme/theme9.xml" ContentType="application/vnd.openxmlformats-officedocument.theme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theme/theme10.xml" ContentType="application/vnd.openxmlformats-officedocument.theme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theme/theme11.xml" ContentType="application/vnd.openxmlformats-officedocument.theme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theme/theme12.xml" ContentType="application/vnd.openxmlformats-officedocument.theme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theme/theme13.xml" ContentType="application/vnd.openxmlformats-officedocument.theme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theme/theme14.xml" ContentType="application/vnd.openxmlformats-officedocument.theme+xml"/>
  <Override PartName="/ppt/theme/theme1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  <p:sldMasterId id="2147483672" r:id="rId3"/>
    <p:sldMasterId id="2147483696" r:id="rId4"/>
    <p:sldMasterId id="2147483708" r:id="rId5"/>
    <p:sldMasterId id="2147483720" r:id="rId6"/>
    <p:sldMasterId id="2147483732" r:id="rId7"/>
    <p:sldMasterId id="2147483744" r:id="rId8"/>
    <p:sldMasterId id="2147483756" r:id="rId9"/>
    <p:sldMasterId id="2147483768" r:id="rId10"/>
    <p:sldMasterId id="2147483780" r:id="rId11"/>
    <p:sldMasterId id="2147483792" r:id="rId12"/>
    <p:sldMasterId id="2147483804" r:id="rId13"/>
    <p:sldMasterId id="2147483816" r:id="rId14"/>
  </p:sldMasterIdLst>
  <p:notesMasterIdLst>
    <p:notesMasterId r:id="rId49"/>
  </p:notesMasterIdLst>
  <p:sldIdLst>
    <p:sldId id="349" r:id="rId15"/>
    <p:sldId id="347" r:id="rId16"/>
    <p:sldId id="289" r:id="rId17"/>
    <p:sldId id="291" r:id="rId18"/>
    <p:sldId id="292" r:id="rId19"/>
    <p:sldId id="293" r:id="rId20"/>
    <p:sldId id="294" r:id="rId21"/>
    <p:sldId id="295" r:id="rId22"/>
    <p:sldId id="324" r:id="rId23"/>
    <p:sldId id="323" r:id="rId24"/>
    <p:sldId id="297" r:id="rId25"/>
    <p:sldId id="325" r:id="rId26"/>
    <p:sldId id="326" r:id="rId27"/>
    <p:sldId id="327" r:id="rId28"/>
    <p:sldId id="328" r:id="rId29"/>
    <p:sldId id="329" r:id="rId30"/>
    <p:sldId id="330" r:id="rId31"/>
    <p:sldId id="331" r:id="rId32"/>
    <p:sldId id="332" r:id="rId33"/>
    <p:sldId id="333" r:id="rId34"/>
    <p:sldId id="275" r:id="rId35"/>
    <p:sldId id="334" r:id="rId36"/>
    <p:sldId id="335" r:id="rId37"/>
    <p:sldId id="336" r:id="rId38"/>
    <p:sldId id="337" r:id="rId39"/>
    <p:sldId id="338" r:id="rId40"/>
    <p:sldId id="339" r:id="rId41"/>
    <p:sldId id="340" r:id="rId42"/>
    <p:sldId id="341" r:id="rId43"/>
    <p:sldId id="342" r:id="rId44"/>
    <p:sldId id="343" r:id="rId45"/>
    <p:sldId id="344" r:id="rId46"/>
    <p:sldId id="345" r:id="rId47"/>
    <p:sldId id="350" r:id="rId4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99"/>
    <a:srgbClr val="1C1C1C"/>
    <a:srgbClr val="003366"/>
    <a:srgbClr val="000066"/>
    <a:srgbClr val="333300"/>
    <a:srgbClr val="CC0000"/>
    <a:srgbClr val="800000"/>
    <a:srgbClr val="990000"/>
    <a:srgbClr val="660033"/>
    <a:srgbClr val="66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5" autoAdjust="0"/>
    <p:restoredTop sz="94660"/>
  </p:normalViewPr>
  <p:slideViewPr>
    <p:cSldViewPr>
      <p:cViewPr>
        <p:scale>
          <a:sx n="72" d="100"/>
          <a:sy n="72" d="100"/>
        </p:scale>
        <p:origin x="-1182" y="1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Master" Target="slideMasters/slideMaster13.xml" /><Relationship Id="rId18" Type="http://schemas.openxmlformats.org/officeDocument/2006/relationships/slide" Target="slides/slide4.xml" /><Relationship Id="rId26" Type="http://schemas.openxmlformats.org/officeDocument/2006/relationships/slide" Target="slides/slide12.xml" /><Relationship Id="rId39" Type="http://schemas.openxmlformats.org/officeDocument/2006/relationships/slide" Target="slides/slide25.xml" /><Relationship Id="rId3" Type="http://schemas.openxmlformats.org/officeDocument/2006/relationships/slideMaster" Target="slideMasters/slideMaster3.xml" /><Relationship Id="rId21" Type="http://schemas.openxmlformats.org/officeDocument/2006/relationships/slide" Target="slides/slide7.xml" /><Relationship Id="rId34" Type="http://schemas.openxmlformats.org/officeDocument/2006/relationships/slide" Target="slides/slide20.xml" /><Relationship Id="rId42" Type="http://schemas.openxmlformats.org/officeDocument/2006/relationships/slide" Target="slides/slide28.xml" /><Relationship Id="rId47" Type="http://schemas.openxmlformats.org/officeDocument/2006/relationships/slide" Target="slides/slide33.xml" /><Relationship Id="rId50" Type="http://schemas.openxmlformats.org/officeDocument/2006/relationships/presProps" Target="presProps.xml" /><Relationship Id="rId7" Type="http://schemas.openxmlformats.org/officeDocument/2006/relationships/slideMaster" Target="slideMasters/slideMaster7.xml" /><Relationship Id="rId12" Type="http://schemas.openxmlformats.org/officeDocument/2006/relationships/slideMaster" Target="slideMasters/slideMaster12.xml" /><Relationship Id="rId17" Type="http://schemas.openxmlformats.org/officeDocument/2006/relationships/slide" Target="slides/slide3.xml" /><Relationship Id="rId25" Type="http://schemas.openxmlformats.org/officeDocument/2006/relationships/slide" Target="slides/slide11.xml" /><Relationship Id="rId33" Type="http://schemas.openxmlformats.org/officeDocument/2006/relationships/slide" Target="slides/slide19.xml" /><Relationship Id="rId38" Type="http://schemas.openxmlformats.org/officeDocument/2006/relationships/slide" Target="slides/slide24.xml" /><Relationship Id="rId46" Type="http://schemas.openxmlformats.org/officeDocument/2006/relationships/slide" Target="slides/slide32.xml" /><Relationship Id="rId2" Type="http://schemas.openxmlformats.org/officeDocument/2006/relationships/slideMaster" Target="slideMasters/slideMaster2.xml" /><Relationship Id="rId16" Type="http://schemas.openxmlformats.org/officeDocument/2006/relationships/slide" Target="slides/slide2.xml" /><Relationship Id="rId20" Type="http://schemas.openxmlformats.org/officeDocument/2006/relationships/slide" Target="slides/slide6.xml" /><Relationship Id="rId29" Type="http://schemas.openxmlformats.org/officeDocument/2006/relationships/slide" Target="slides/slide15.xml" /><Relationship Id="rId41" Type="http://schemas.openxmlformats.org/officeDocument/2006/relationships/slide" Target="slides/slide27.xml" /><Relationship Id="rId1" Type="http://schemas.openxmlformats.org/officeDocument/2006/relationships/slideMaster" Target="slideMasters/slideMaster1.xml" /><Relationship Id="rId6" Type="http://schemas.openxmlformats.org/officeDocument/2006/relationships/slideMaster" Target="slideMasters/slideMaster6.xml" /><Relationship Id="rId11" Type="http://schemas.openxmlformats.org/officeDocument/2006/relationships/slideMaster" Target="slideMasters/slideMaster11.xml" /><Relationship Id="rId24" Type="http://schemas.openxmlformats.org/officeDocument/2006/relationships/slide" Target="slides/slide10.xml" /><Relationship Id="rId32" Type="http://schemas.openxmlformats.org/officeDocument/2006/relationships/slide" Target="slides/slide18.xml" /><Relationship Id="rId37" Type="http://schemas.openxmlformats.org/officeDocument/2006/relationships/slide" Target="slides/slide23.xml" /><Relationship Id="rId40" Type="http://schemas.openxmlformats.org/officeDocument/2006/relationships/slide" Target="slides/slide26.xml" /><Relationship Id="rId45" Type="http://schemas.openxmlformats.org/officeDocument/2006/relationships/slide" Target="slides/slide31.xml" /><Relationship Id="rId53" Type="http://schemas.openxmlformats.org/officeDocument/2006/relationships/tableStyles" Target="tableStyles.xml" /><Relationship Id="rId5" Type="http://schemas.openxmlformats.org/officeDocument/2006/relationships/slideMaster" Target="slideMasters/slideMaster5.xml" /><Relationship Id="rId15" Type="http://schemas.openxmlformats.org/officeDocument/2006/relationships/slide" Target="slides/slide1.xml" /><Relationship Id="rId23" Type="http://schemas.openxmlformats.org/officeDocument/2006/relationships/slide" Target="slides/slide9.xml" /><Relationship Id="rId28" Type="http://schemas.openxmlformats.org/officeDocument/2006/relationships/slide" Target="slides/slide14.xml" /><Relationship Id="rId36" Type="http://schemas.openxmlformats.org/officeDocument/2006/relationships/slide" Target="slides/slide22.xml" /><Relationship Id="rId49" Type="http://schemas.openxmlformats.org/officeDocument/2006/relationships/notesMaster" Target="notesMasters/notesMaster1.xml" /><Relationship Id="rId10" Type="http://schemas.openxmlformats.org/officeDocument/2006/relationships/slideMaster" Target="slideMasters/slideMaster10.xml" /><Relationship Id="rId19" Type="http://schemas.openxmlformats.org/officeDocument/2006/relationships/slide" Target="slides/slide5.xml" /><Relationship Id="rId31" Type="http://schemas.openxmlformats.org/officeDocument/2006/relationships/slide" Target="slides/slide17.xml" /><Relationship Id="rId44" Type="http://schemas.openxmlformats.org/officeDocument/2006/relationships/slide" Target="slides/slide30.xml" /><Relationship Id="rId52" Type="http://schemas.openxmlformats.org/officeDocument/2006/relationships/theme" Target="theme/theme1.xml" /><Relationship Id="rId4" Type="http://schemas.openxmlformats.org/officeDocument/2006/relationships/slideMaster" Target="slideMasters/slideMaster4.xml" /><Relationship Id="rId9" Type="http://schemas.openxmlformats.org/officeDocument/2006/relationships/slideMaster" Target="slideMasters/slideMaster9.xml" /><Relationship Id="rId14" Type="http://schemas.openxmlformats.org/officeDocument/2006/relationships/slideMaster" Target="slideMasters/slideMaster14.xml" /><Relationship Id="rId22" Type="http://schemas.openxmlformats.org/officeDocument/2006/relationships/slide" Target="slides/slide8.xml" /><Relationship Id="rId27" Type="http://schemas.openxmlformats.org/officeDocument/2006/relationships/slide" Target="slides/slide13.xml" /><Relationship Id="rId30" Type="http://schemas.openxmlformats.org/officeDocument/2006/relationships/slide" Target="slides/slide16.xml" /><Relationship Id="rId35" Type="http://schemas.openxmlformats.org/officeDocument/2006/relationships/slide" Target="slides/slide21.xml" /><Relationship Id="rId43" Type="http://schemas.openxmlformats.org/officeDocument/2006/relationships/slide" Target="slides/slide29.xml" /><Relationship Id="rId48" Type="http://schemas.openxmlformats.org/officeDocument/2006/relationships/slide" Target="slides/slide34.xml" /><Relationship Id="rId8" Type="http://schemas.openxmlformats.org/officeDocument/2006/relationships/slideMaster" Target="slideMasters/slideMaster8.xml" /><Relationship Id="rId51" Type="http://schemas.openxmlformats.org/officeDocument/2006/relationships/viewProps" Target="viewProps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5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D8A69EB-3933-4DE6-A097-5CE19817AB6C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4A17A51-0067-4010-AA11-07C59701ED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6903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8226DBB0-3648-44EE-A7F5-FEA600CC38CE}" type="slidenum">
              <a:rPr lang="en-US">
                <a:solidFill>
                  <a:prstClr val="black"/>
                </a:solidFill>
              </a:rPr>
              <a:pPr/>
              <a:t>4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62465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93738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62466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686360" y="4342535"/>
            <a:ext cx="5486681" cy="41145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86119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5FA16EF0-0AA5-4C26-B725-AB9FE8A99A1D}" type="slidenum">
              <a:rPr lang="en-US">
                <a:solidFill>
                  <a:prstClr val="black"/>
                </a:solidFill>
              </a:rPr>
              <a:pPr/>
              <a:t>5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63489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93738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63490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686360" y="4342535"/>
            <a:ext cx="5486681" cy="41145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665751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2BBA100B-CACA-46D9-8E02-1480C57EA97F}" type="slidenum">
              <a:rPr lang="en-US">
                <a:solidFill>
                  <a:prstClr val="black"/>
                </a:solidFill>
              </a:rPr>
              <a:pPr/>
              <a:t>6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64513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93738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64514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686360" y="4342535"/>
            <a:ext cx="5486681" cy="41145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223873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363235EE-6F06-45C5-8CD0-4FD15B9B07E9}" type="slidenum">
              <a:rPr lang="en-US">
                <a:solidFill>
                  <a:prstClr val="black"/>
                </a:solidFill>
              </a:rPr>
              <a:pPr/>
              <a:t>7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65537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93738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65538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686360" y="4342535"/>
            <a:ext cx="5486681" cy="41145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79464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1DB40D90-4F88-47D3-9506-5D4997C0C8B3}" type="slidenum">
              <a:rPr lang="en-US">
                <a:solidFill>
                  <a:prstClr val="black"/>
                </a:solidFill>
              </a:rPr>
              <a:pPr/>
              <a:t>8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66561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93738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66562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686360" y="4342535"/>
            <a:ext cx="5486681" cy="41145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28871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 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 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 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 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 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 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 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 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 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 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 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 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 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 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 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 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 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 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 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 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 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 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 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 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 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 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 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 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 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 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 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 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 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 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 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 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 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 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 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 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 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 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 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 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 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 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 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 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 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 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 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 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 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 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 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 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 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 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 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 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 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 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 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 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 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 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 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 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 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 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 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 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 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 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 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 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 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 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 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 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 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 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 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 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 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 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 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 /></Relationships>
</file>

<file path=ppt/slideLayouts/_rels/slideLayout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 /></Relationships>
</file>

<file path=ppt/slideLayouts/_rels/slideLayout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 /></Relationships>
</file>

<file path=ppt/slideLayouts/_rels/slideLayout1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 /></Relationships>
</file>

<file path=ppt/slideLayouts/_rels/slideLayout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 /></Relationships>
</file>

<file path=ppt/slideLayouts/_rels/slideLayout1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 /></Relationships>
</file>

<file path=ppt/slideLayouts/_rels/slideLayout1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 /></Relationships>
</file>

<file path=ppt/slideLayouts/_rels/slideLayout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 /></Relationships>
</file>

<file path=ppt/slideLayouts/_rels/slideLayout1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 /></Relationships>
</file>

<file path=ppt/slideLayouts/_rels/slideLayout1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 /></Relationships>
</file>

<file path=ppt/slideLayouts/_rels/slideLayout1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 /></Relationships>
</file>

<file path=ppt/slideLayouts/_rels/slideLayout1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 /></Relationships>
</file>

<file path=ppt/slideLayouts/_rels/slideLayout1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 /></Relationships>
</file>

<file path=ppt/slideLayouts/_rels/slideLayout1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 /></Relationships>
</file>

<file path=ppt/slideLayouts/_rels/slideLayout1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 /></Relationships>
</file>

<file path=ppt/slideLayouts/_rels/slideLayout1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 /></Relationships>
</file>

<file path=ppt/slideLayouts/_rels/slideLayout1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 /></Relationships>
</file>

<file path=ppt/slideLayouts/_rels/slideLayout1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 /></Relationships>
</file>

<file path=ppt/slideLayouts/_rels/slideLayout1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 /></Relationships>
</file>

<file path=ppt/slideLayouts/_rels/slideLayout1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 /></Relationships>
</file>

<file path=ppt/slideLayouts/_rels/slideLayout1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 /></Relationships>
</file>

<file path=ppt/slideLayouts/_rels/slideLayout1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 /></Relationships>
</file>

<file path=ppt/slideLayouts/_rels/slideLayout1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 /></Relationships>
</file>

<file path=ppt/slideLayouts/_rels/slideLayout1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 /></Relationships>
</file>

<file path=ppt/slideLayouts/_rels/slideLayout1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 /></Relationships>
</file>

<file path=ppt/slideLayouts/_rels/slideLayout1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 /></Relationships>
</file>

<file path=ppt/slideLayouts/_rels/slideLayout1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 /></Relationships>
</file>

<file path=ppt/slideLayouts/_rels/slideLayout1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 /></Relationships>
</file>

<file path=ppt/slideLayouts/_rels/slideLayout1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 /></Relationships>
</file>

<file path=ppt/slideLayouts/_rels/slideLayout1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 /></Relationships>
</file>

<file path=ppt/slideLayouts/_rels/slideLayout1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 /></Relationships>
</file>

<file path=ppt/slideLayouts/_rels/slideLayout1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 /></Relationships>
</file>

<file path=ppt/slideLayouts/_rels/slideLayout1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 /></Relationships>
</file>

<file path=ppt/slideLayouts/_rels/slideLayout1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 /></Relationships>
</file>

<file path=ppt/slideLayouts/_rels/slideLayout1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 /></Relationships>
</file>

<file path=ppt/slideLayouts/_rels/slideLayout1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 /></Relationships>
</file>

<file path=ppt/slideLayouts/_rels/slideLayout1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 /></Relationships>
</file>

<file path=ppt/slideLayouts/_rels/slideLayout1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 /></Relationships>
</file>

<file path=ppt/slideLayouts/_rels/slideLayout1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 /></Relationships>
</file>

<file path=ppt/slideLayouts/_rels/slideLayout1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 /></Relationships>
</file>

<file path=ppt/slideLayouts/_rels/slideLayout1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 /></Relationships>
</file>

<file path=ppt/slideLayouts/_rels/slideLayout1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 /></Relationships>
</file>

<file path=ppt/slideLayouts/_rels/slideLayout1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 /></Relationships>
</file>

<file path=ppt/slideLayouts/_rels/slideLayout1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 /></Relationships>
</file>

<file path=ppt/slideLayouts/_rels/slideLayout1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6520C-F807-4154-B474-4600C3D9F438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C1F0C-BBB0-4903-BBC7-5DE8E4CA54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45205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6520C-F807-4154-B474-4600C3D9F438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C1F0C-BBB0-4903-BBC7-5DE8E4CA54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5044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6520C-F807-4154-B474-4600C3D9F438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C1F0C-BBB0-4903-BBC7-5DE8E4CA54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52189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6520C-F807-4154-B474-4600C3D9F438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C1F0C-BBB0-4903-BBC7-5DE8E4CA54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01652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6520C-F807-4154-B474-4600C3D9F438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C1F0C-BBB0-4903-BBC7-5DE8E4CA54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19099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6520C-F807-4154-B474-4600C3D9F438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C1F0C-BBB0-4903-BBC7-5DE8E4CA54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2666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6520C-F807-4154-B474-4600C3D9F438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C1F0C-BBB0-4903-BBC7-5DE8E4CA54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68738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6520C-F807-4154-B474-4600C3D9F438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C1F0C-BBB0-4903-BBC7-5DE8E4CA54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25192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6520C-F807-4154-B474-4600C3D9F438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C1F0C-BBB0-4903-BBC7-5DE8E4CA54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84969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6520C-F807-4154-B474-4600C3D9F438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C1F0C-BBB0-4903-BBC7-5DE8E4CA54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15098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6520C-F807-4154-B474-4600C3D9F438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C1F0C-BBB0-4903-BBC7-5DE8E4CA54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06017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lstStyle>
            <a:lvl1pPr>
              <a:defRPr/>
            </a:lvl1pPr>
          </a:lstStyle>
          <a:p>
            <a:fld id="{6A465E0B-DD3F-4F9D-88D3-2A042EFF861D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651457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lstStyle>
            <a:lvl1pPr>
              <a:defRPr/>
            </a:lvl1pPr>
          </a:lstStyle>
          <a:p>
            <a:fld id="{194E5A71-C052-4DD2-9315-84DF74A9FB28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486054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lstStyle>
            <a:lvl1pPr>
              <a:defRPr/>
            </a:lvl1pPr>
          </a:lstStyle>
          <a:p>
            <a:fld id="{55E115DC-D16E-4AF5-B3A3-F4CD36C5A624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326372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4963"/>
            <a:ext cx="4037013" cy="39751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6613" y="1604963"/>
            <a:ext cx="4038600" cy="39751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0"/>
          </p:nvPr>
        </p:nvSpPr>
        <p:spPr/>
        <p:txBody>
          <a:bodyPr/>
          <a:lstStyle>
            <a:lvl1pPr>
              <a:defRPr/>
            </a:lvl1pPr>
          </a:lstStyle>
          <a:p>
            <a:fld id="{7E81796A-1D23-4818-AC5B-5D3DEA6AD9CD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513568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idx="10"/>
          </p:nvPr>
        </p:nvSpPr>
        <p:spPr/>
        <p:txBody>
          <a:bodyPr/>
          <a:lstStyle>
            <a:lvl1pPr>
              <a:defRPr/>
            </a:lvl1pPr>
          </a:lstStyle>
          <a:p>
            <a:fld id="{F02461A0-A67E-4111-B035-71DC0151DD13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499473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10"/>
          </p:nvPr>
        </p:nvSpPr>
        <p:spPr/>
        <p:txBody>
          <a:bodyPr/>
          <a:lstStyle>
            <a:lvl1pPr>
              <a:defRPr/>
            </a:lvl1pPr>
          </a:lstStyle>
          <a:p>
            <a:fld id="{68696215-D3C5-41AD-920F-1A30BE6FB94D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295152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idx="10"/>
          </p:nvPr>
        </p:nvSpPr>
        <p:spPr/>
        <p:txBody>
          <a:bodyPr/>
          <a:lstStyle>
            <a:lvl1pPr>
              <a:defRPr/>
            </a:lvl1pPr>
          </a:lstStyle>
          <a:p>
            <a:fld id="{5FFEEC01-B395-4E7C-8ECB-F64B4E6233F5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021750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0"/>
          </p:nvPr>
        </p:nvSpPr>
        <p:spPr/>
        <p:txBody>
          <a:bodyPr/>
          <a:lstStyle>
            <a:lvl1pPr>
              <a:defRPr/>
            </a:lvl1pPr>
          </a:lstStyle>
          <a:p>
            <a:fld id="{9B9884E3-F1A5-4595-8380-6ADD6381EF15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559844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0"/>
          </p:nvPr>
        </p:nvSpPr>
        <p:spPr/>
        <p:txBody>
          <a:bodyPr/>
          <a:lstStyle>
            <a:lvl1pPr>
              <a:defRPr/>
            </a:lvl1pPr>
          </a:lstStyle>
          <a:p>
            <a:fld id="{A6A8D547-873F-4846-8316-80906B9E3914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004683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lstStyle>
            <a:lvl1pPr>
              <a:defRPr/>
            </a:lvl1pPr>
          </a:lstStyle>
          <a:p>
            <a:fld id="{8058EB54-F064-496E-B7A0-7B180852D1C2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543001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3050"/>
            <a:ext cx="2055813" cy="530701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3050"/>
            <a:ext cx="6019800" cy="530701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lstStyle>
            <a:lvl1pPr>
              <a:defRPr/>
            </a:lvl1pPr>
          </a:lstStyle>
          <a:p>
            <a:fld id="{4E912726-7F91-4578-BE41-C312909DC8A1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708368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lstStyle>
            <a:lvl1pPr>
              <a:defRPr/>
            </a:lvl1pPr>
          </a:lstStyle>
          <a:p>
            <a:fld id="{70B4AA7A-A7A3-4207-8DF7-7527E80D0A0C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032006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lstStyle>
            <a:lvl1pPr>
              <a:defRPr/>
            </a:lvl1pPr>
          </a:lstStyle>
          <a:p>
            <a:fld id="{DE6D7035-E468-40B9-AEE3-32071DF411DF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167022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lstStyle>
            <a:lvl1pPr>
              <a:defRPr/>
            </a:lvl1pPr>
          </a:lstStyle>
          <a:p>
            <a:fld id="{8DD525D2-268F-4E74-BA0A-E67FC33C0488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755389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4963"/>
            <a:ext cx="4037013" cy="39751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6613" y="1604963"/>
            <a:ext cx="4038600" cy="39751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0"/>
          </p:nvPr>
        </p:nvSpPr>
        <p:spPr/>
        <p:txBody>
          <a:bodyPr/>
          <a:lstStyle>
            <a:lvl1pPr>
              <a:defRPr/>
            </a:lvl1pPr>
          </a:lstStyle>
          <a:p>
            <a:fld id="{723F86D1-8636-40E3-B289-E6A1AC2F5263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848912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idx="10"/>
          </p:nvPr>
        </p:nvSpPr>
        <p:spPr/>
        <p:txBody>
          <a:bodyPr/>
          <a:lstStyle>
            <a:lvl1pPr>
              <a:defRPr/>
            </a:lvl1pPr>
          </a:lstStyle>
          <a:p>
            <a:fld id="{DAC294BA-C1BE-42E6-9924-60A947836A4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070346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10"/>
          </p:nvPr>
        </p:nvSpPr>
        <p:spPr/>
        <p:txBody>
          <a:bodyPr/>
          <a:lstStyle>
            <a:lvl1pPr>
              <a:defRPr/>
            </a:lvl1pPr>
          </a:lstStyle>
          <a:p>
            <a:fld id="{25E45D0D-09AC-4A49-A1DE-65EE6E5D6390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410399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idx="10"/>
          </p:nvPr>
        </p:nvSpPr>
        <p:spPr/>
        <p:txBody>
          <a:bodyPr/>
          <a:lstStyle>
            <a:lvl1pPr>
              <a:defRPr/>
            </a:lvl1pPr>
          </a:lstStyle>
          <a:p>
            <a:fld id="{23CD1252-D84A-4F7C-AF3D-5EFA73BBB4AE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399992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0"/>
          </p:nvPr>
        </p:nvSpPr>
        <p:spPr/>
        <p:txBody>
          <a:bodyPr/>
          <a:lstStyle>
            <a:lvl1pPr>
              <a:defRPr/>
            </a:lvl1pPr>
          </a:lstStyle>
          <a:p>
            <a:fld id="{3542D697-BBC3-4097-8E9C-9A3E77A44696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944577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0"/>
          </p:nvPr>
        </p:nvSpPr>
        <p:spPr/>
        <p:txBody>
          <a:bodyPr/>
          <a:lstStyle>
            <a:lvl1pPr>
              <a:defRPr/>
            </a:lvl1pPr>
          </a:lstStyle>
          <a:p>
            <a:fld id="{DB752D71-139E-40D6-B4F5-E131ED11BACF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846739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lstStyle>
            <a:lvl1pPr>
              <a:defRPr/>
            </a:lvl1pPr>
          </a:lstStyle>
          <a:p>
            <a:fld id="{ADC54E0A-9DFF-46C7-911D-9F176085E7DD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315654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91325" y="112713"/>
            <a:ext cx="2143125" cy="546735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58775" y="112713"/>
            <a:ext cx="6280150" cy="54673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lstStyle>
            <a:lvl1pPr>
              <a:defRPr/>
            </a:lvl1pPr>
          </a:lstStyle>
          <a:p>
            <a:fld id="{E878D936-90E2-4846-B71D-5C98E8FE02BF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874001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6520C-F807-4154-B474-4600C3D9F438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10/7/2026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C1F0C-BBB0-4903-BBC7-5DE8E4CA544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73313839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6520C-F807-4154-B474-4600C3D9F438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10/7/2026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C1F0C-BBB0-4903-BBC7-5DE8E4CA544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8519720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6520C-F807-4154-B474-4600C3D9F438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10/7/2026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C1F0C-BBB0-4903-BBC7-5DE8E4CA544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24876165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6520C-F807-4154-B474-4600C3D9F438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10/7/2026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C1F0C-BBB0-4903-BBC7-5DE8E4CA544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69694874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6520C-F807-4154-B474-4600C3D9F438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10/7/2026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C1F0C-BBB0-4903-BBC7-5DE8E4CA544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3645165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6520C-F807-4154-B474-4600C3D9F438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10/7/2026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C1F0C-BBB0-4903-BBC7-5DE8E4CA544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93057597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6520C-F807-4154-B474-4600C3D9F438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10/7/2026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C1F0C-BBB0-4903-BBC7-5DE8E4CA544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78160398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6520C-F807-4154-B474-4600C3D9F438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10/7/2026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C1F0C-BBB0-4903-BBC7-5DE8E4CA544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77323035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6520C-F807-4154-B474-4600C3D9F438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10/7/2026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C1F0C-BBB0-4903-BBC7-5DE8E4CA544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25563373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6520C-F807-4154-B474-4600C3D9F438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10/7/2026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C1F0C-BBB0-4903-BBC7-5DE8E4CA544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3679311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6520C-F807-4154-B474-4600C3D9F438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10/7/2026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C1F0C-BBB0-4903-BBC7-5DE8E4CA544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15370839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6520C-F807-4154-B474-4600C3D9F438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10/7/2026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C1F0C-BBB0-4903-BBC7-5DE8E4CA544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20995818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6520C-F807-4154-B474-4600C3D9F438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10/7/2026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C1F0C-BBB0-4903-BBC7-5DE8E4CA544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74638123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6520C-F807-4154-B474-4600C3D9F438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10/7/2026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C1F0C-BBB0-4903-BBC7-5DE8E4CA544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68613168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6520C-F807-4154-B474-4600C3D9F438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10/7/2026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C1F0C-BBB0-4903-BBC7-5DE8E4CA544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06618847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6520C-F807-4154-B474-4600C3D9F438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10/7/2026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C1F0C-BBB0-4903-BBC7-5DE8E4CA544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0692648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6520C-F807-4154-B474-4600C3D9F438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10/7/2026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C1F0C-BBB0-4903-BBC7-5DE8E4CA544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8316927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6520C-F807-4154-B474-4600C3D9F438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10/7/2026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C1F0C-BBB0-4903-BBC7-5DE8E4CA544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08902944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6520C-F807-4154-B474-4600C3D9F438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10/7/2026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C1F0C-BBB0-4903-BBC7-5DE8E4CA544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58990885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6520C-F807-4154-B474-4600C3D9F438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10/7/2026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C1F0C-BBB0-4903-BBC7-5DE8E4CA544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48693232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6520C-F807-4154-B474-4600C3D9F438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10/7/2026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C1F0C-BBB0-4903-BBC7-5DE8E4CA544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15926531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6520C-F807-4154-B474-4600C3D9F438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10/7/2026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C1F0C-BBB0-4903-BBC7-5DE8E4CA544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39878974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6520C-F807-4154-B474-4600C3D9F438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10/7/2026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C1F0C-BBB0-4903-BBC7-5DE8E4CA544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00817963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6520C-F807-4154-B474-4600C3D9F438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10/7/2026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C1F0C-BBB0-4903-BBC7-5DE8E4CA544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98179113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6520C-F807-4154-B474-4600C3D9F438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10/7/2026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C1F0C-BBB0-4903-BBC7-5DE8E4CA544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08391790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6520C-F807-4154-B474-4600C3D9F438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10/7/2026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C1F0C-BBB0-4903-BBC7-5DE8E4CA544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4441223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6520C-F807-4154-B474-4600C3D9F438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10/7/2026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C1F0C-BBB0-4903-BBC7-5DE8E4CA544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9941601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6520C-F807-4154-B474-4600C3D9F438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10/7/2026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C1F0C-BBB0-4903-BBC7-5DE8E4CA544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06862470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6520C-F807-4154-B474-4600C3D9F438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10/7/2026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C1F0C-BBB0-4903-BBC7-5DE8E4CA544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4262180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6520C-F807-4154-B474-4600C3D9F438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10/7/2026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C1F0C-BBB0-4903-BBC7-5DE8E4CA544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51469854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6520C-F807-4154-B474-4600C3D9F438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10/7/2026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C1F0C-BBB0-4903-BBC7-5DE8E4CA544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8391243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6520C-F807-4154-B474-4600C3D9F438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10/7/2026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C1F0C-BBB0-4903-BBC7-5DE8E4CA544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41257856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6520C-F807-4154-B474-4600C3D9F438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10/7/2026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C1F0C-BBB0-4903-BBC7-5DE8E4CA544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31164131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6520C-F807-4154-B474-4600C3D9F438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10/7/2026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C1F0C-BBB0-4903-BBC7-5DE8E4CA544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9174180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6520C-F807-4154-B474-4600C3D9F438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10/7/2026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C1F0C-BBB0-4903-BBC7-5DE8E4CA544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31297627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6520C-F807-4154-B474-4600C3D9F438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10/7/2026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C1F0C-BBB0-4903-BBC7-5DE8E4CA544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64232355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6520C-F807-4154-B474-4600C3D9F438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10/7/2026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C1F0C-BBB0-4903-BBC7-5DE8E4CA544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77203860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6520C-F807-4154-B474-4600C3D9F438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10/7/2026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C1F0C-BBB0-4903-BBC7-5DE8E4CA544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31545819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6520C-F807-4154-B474-4600C3D9F438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10/7/2026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C1F0C-BBB0-4903-BBC7-5DE8E4CA544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01497146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6520C-F807-4154-B474-4600C3D9F438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10/7/2026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C1F0C-BBB0-4903-BBC7-5DE8E4CA544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95422373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6520C-F807-4154-B474-4600C3D9F438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10/7/2026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C1F0C-BBB0-4903-BBC7-5DE8E4CA544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94163269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6520C-F807-4154-B474-4600C3D9F438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10/7/2026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C1F0C-BBB0-4903-BBC7-5DE8E4CA544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49476337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6520C-F807-4154-B474-4600C3D9F438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10/7/2026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C1F0C-BBB0-4903-BBC7-5DE8E4CA544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59393072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6520C-F807-4154-B474-4600C3D9F438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10/7/2026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C1F0C-BBB0-4903-BBC7-5DE8E4CA544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37121255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6520C-F807-4154-B474-4600C3D9F438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10/7/2026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C1F0C-BBB0-4903-BBC7-5DE8E4CA544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83910821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6520C-F807-4154-B474-4600C3D9F438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10/7/2026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C1F0C-BBB0-4903-BBC7-5DE8E4CA544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75721336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6520C-F807-4154-B474-4600C3D9F438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10/7/2026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C1F0C-BBB0-4903-BBC7-5DE8E4CA544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28250870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6520C-F807-4154-B474-4600C3D9F438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10/7/2026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C1F0C-BBB0-4903-BBC7-5DE8E4CA544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81017750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6520C-F807-4154-B474-4600C3D9F438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10/7/2026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C1F0C-BBB0-4903-BBC7-5DE8E4CA544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32024942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6520C-F807-4154-B474-4600C3D9F438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10/7/2026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C1F0C-BBB0-4903-BBC7-5DE8E4CA544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53393858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6520C-F807-4154-B474-4600C3D9F438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10/7/2026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C1F0C-BBB0-4903-BBC7-5DE8E4CA544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97548207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6520C-F807-4154-B474-4600C3D9F438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10/7/2026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C1F0C-BBB0-4903-BBC7-5DE8E4CA544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08860594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6520C-F807-4154-B474-4600C3D9F438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10/7/2026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C1F0C-BBB0-4903-BBC7-5DE8E4CA544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87261108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6520C-F807-4154-B474-4600C3D9F438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10/7/2026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C1F0C-BBB0-4903-BBC7-5DE8E4CA544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7767717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6520C-F807-4154-B474-4600C3D9F438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10/7/2026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C1F0C-BBB0-4903-BBC7-5DE8E4CA544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8756010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6520C-F807-4154-B474-4600C3D9F438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10/7/2026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C1F0C-BBB0-4903-BBC7-5DE8E4CA544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1116852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6520C-F807-4154-B474-4600C3D9F438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10/7/2026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C1F0C-BBB0-4903-BBC7-5DE8E4CA544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95414329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6520C-F807-4154-B474-4600C3D9F438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10/7/2026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C1F0C-BBB0-4903-BBC7-5DE8E4CA544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47352588"/>
      </p:ext>
    </p:extLst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6520C-F807-4154-B474-4600C3D9F438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10/7/2026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C1F0C-BBB0-4903-BBC7-5DE8E4CA544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26432641"/>
      </p:ext>
    </p:extLst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6520C-F807-4154-B474-4600C3D9F438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10/7/2026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C1F0C-BBB0-4903-BBC7-5DE8E4CA544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4295047"/>
      </p:ext>
    </p:extLst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6520C-F807-4154-B474-4600C3D9F438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10/7/2026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C1F0C-BBB0-4903-BBC7-5DE8E4CA544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97695407"/>
      </p:ext>
    </p:extLst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6520C-F807-4154-B474-4600C3D9F438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10/7/2026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C1F0C-BBB0-4903-BBC7-5DE8E4CA544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04125158"/>
      </p:ext>
    </p:extLst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6520C-F807-4154-B474-4600C3D9F438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10/7/2026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C1F0C-BBB0-4903-BBC7-5DE8E4CA544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7127314"/>
      </p:ext>
    </p:extLst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6520C-F807-4154-B474-4600C3D9F438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10/7/2026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C1F0C-BBB0-4903-BBC7-5DE8E4CA544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50151326"/>
      </p:ext>
    </p:extLst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6520C-F807-4154-B474-4600C3D9F438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10/7/2026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C1F0C-BBB0-4903-BBC7-5DE8E4CA544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82235229"/>
      </p:ext>
    </p:extLst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6520C-F807-4154-B474-4600C3D9F438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10/7/2026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C1F0C-BBB0-4903-BBC7-5DE8E4CA544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55321647"/>
      </p:ext>
    </p:extLst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6520C-F807-4154-B474-4600C3D9F438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10/7/2026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C1F0C-BBB0-4903-BBC7-5DE8E4CA544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9043452"/>
      </p:ext>
    </p:extLst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6520C-F807-4154-B474-4600C3D9F438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10/7/2026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C1F0C-BBB0-4903-BBC7-5DE8E4CA544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8195023"/>
      </p:ext>
    </p:extLst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6520C-F807-4154-B474-4600C3D9F438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10/7/2026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C1F0C-BBB0-4903-BBC7-5DE8E4CA544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90158873"/>
      </p:ext>
    </p:extLst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6520C-F807-4154-B474-4600C3D9F438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10/7/2026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C1F0C-BBB0-4903-BBC7-5DE8E4CA544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17570704"/>
      </p:ext>
    </p:extLst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6520C-F807-4154-B474-4600C3D9F438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10/7/2026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C1F0C-BBB0-4903-BBC7-5DE8E4CA544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5894718"/>
      </p:ext>
    </p:extLst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6520C-F807-4154-B474-4600C3D9F438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10/7/2026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C1F0C-BBB0-4903-BBC7-5DE8E4CA544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18950005"/>
      </p:ext>
    </p:extLst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6520C-F807-4154-B474-4600C3D9F438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10/7/2026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C1F0C-BBB0-4903-BBC7-5DE8E4CA544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33026712"/>
      </p:ext>
    </p:extLst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6520C-F807-4154-B474-4600C3D9F438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10/7/2026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C1F0C-BBB0-4903-BBC7-5DE8E4CA544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14734862"/>
      </p:ext>
    </p:extLst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6520C-F807-4154-B474-4600C3D9F438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10/7/2026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C1F0C-BBB0-4903-BBC7-5DE8E4CA544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05647456"/>
      </p:ext>
    </p:extLst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6520C-F807-4154-B474-4600C3D9F438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10/7/2026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C1F0C-BBB0-4903-BBC7-5DE8E4CA544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47246453"/>
      </p:ext>
    </p:extLst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6520C-F807-4154-B474-4600C3D9F438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10/7/2026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C1F0C-BBB0-4903-BBC7-5DE8E4CA544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81493350"/>
      </p:ext>
    </p:extLst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6520C-F807-4154-B474-4600C3D9F438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10/7/2026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C1F0C-BBB0-4903-BBC7-5DE8E4CA544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86549133"/>
      </p:ext>
    </p:extLst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6520C-F807-4154-B474-4600C3D9F438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10/7/2026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C1F0C-BBB0-4903-BBC7-5DE8E4CA544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76551675"/>
      </p:ext>
    </p:extLst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6520C-F807-4154-B474-4600C3D9F438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10/7/2026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C1F0C-BBB0-4903-BBC7-5DE8E4CA544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54922943"/>
      </p:ext>
    </p:extLst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6520C-F807-4154-B474-4600C3D9F438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10/7/2026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C1F0C-BBB0-4903-BBC7-5DE8E4CA544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72754384"/>
      </p:ext>
    </p:extLst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6520C-F807-4154-B474-4600C3D9F438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10/7/2026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C1F0C-BBB0-4903-BBC7-5DE8E4CA544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29007319"/>
      </p:ext>
    </p:extLst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6520C-F807-4154-B474-4600C3D9F438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10/7/2026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C1F0C-BBB0-4903-BBC7-5DE8E4CA544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50845077"/>
      </p:ext>
    </p:extLst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6520C-F807-4154-B474-4600C3D9F438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10/7/2026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C1F0C-BBB0-4903-BBC7-5DE8E4CA544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67339156"/>
      </p:ext>
    </p:extLst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6520C-F807-4154-B474-4600C3D9F438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10/7/2026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C1F0C-BBB0-4903-BBC7-5DE8E4CA544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46581159"/>
      </p:ext>
    </p:extLst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6520C-F807-4154-B474-4600C3D9F438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10/7/2026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C1F0C-BBB0-4903-BBC7-5DE8E4CA544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96584558"/>
      </p:ext>
    </p:extLst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6520C-F807-4154-B474-4600C3D9F438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10/7/2026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C1F0C-BBB0-4903-BBC7-5DE8E4CA544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56324727"/>
      </p:ext>
    </p:extLst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6520C-F807-4154-B474-4600C3D9F438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10/7/2026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C1F0C-BBB0-4903-BBC7-5DE8E4CA544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06048777"/>
      </p:ext>
    </p:extLst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6520C-F807-4154-B474-4600C3D9F438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10/7/2026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C1F0C-BBB0-4903-BBC7-5DE8E4CA544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09406014"/>
      </p:ext>
    </p:extLst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6520C-F807-4154-B474-4600C3D9F438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10/7/2026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C1F0C-BBB0-4903-BBC7-5DE8E4CA544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07553658"/>
      </p:ext>
    </p:extLst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6520C-F807-4154-B474-4600C3D9F438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10/7/2026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C1F0C-BBB0-4903-BBC7-5DE8E4CA544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52490533"/>
      </p:ext>
    </p:extLst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6520C-F807-4154-B474-4600C3D9F438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10/7/2026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C1F0C-BBB0-4903-BBC7-5DE8E4CA544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92822431"/>
      </p:ext>
    </p:extLst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6520C-F807-4154-B474-4600C3D9F438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10/7/2026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C1F0C-BBB0-4903-BBC7-5DE8E4CA544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38377890"/>
      </p:ext>
    </p:extLst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6520C-F807-4154-B474-4600C3D9F438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10/7/2026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C1F0C-BBB0-4903-BBC7-5DE8E4CA544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10280136"/>
      </p:ext>
    </p:extLst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6520C-F807-4154-B474-4600C3D9F438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10/7/2026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C1F0C-BBB0-4903-BBC7-5DE8E4CA544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5940846"/>
      </p:ext>
    </p:extLst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6520C-F807-4154-B474-4600C3D9F438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10/7/2026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C1F0C-BBB0-4903-BBC7-5DE8E4CA544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69188519"/>
      </p:ext>
    </p:extLst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6520C-F807-4154-B474-4600C3D9F438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10/7/2026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C1F0C-BBB0-4903-BBC7-5DE8E4CA544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33191216"/>
      </p:ext>
    </p:extLst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6520C-F807-4154-B474-4600C3D9F438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10/7/2026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C1F0C-BBB0-4903-BBC7-5DE8E4CA544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67057303"/>
      </p:ext>
    </p:extLst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6520C-F807-4154-B474-4600C3D9F438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10/7/2026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C1F0C-BBB0-4903-BBC7-5DE8E4CA544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82404114"/>
      </p:ext>
    </p:extLst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6520C-F807-4154-B474-4600C3D9F438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10/7/2026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C1F0C-BBB0-4903-BBC7-5DE8E4CA544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36202869"/>
      </p:ext>
    </p:extLst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6520C-F807-4154-B474-4600C3D9F438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10/7/2026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C1F0C-BBB0-4903-BBC7-5DE8E4CA544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54673965"/>
      </p:ext>
    </p:extLst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6520C-F807-4154-B474-4600C3D9F438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10/7/2026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C1F0C-BBB0-4903-BBC7-5DE8E4CA544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55260839"/>
      </p:ext>
    </p:extLst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6520C-F807-4154-B474-4600C3D9F438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10/7/2026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C1F0C-BBB0-4903-BBC7-5DE8E4CA544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25322036"/>
      </p:ext>
    </p:extLst>
  </p:cSld>
  <p:clrMapOvr>
    <a:masterClrMapping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6520C-F807-4154-B474-4600C3D9F438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10/7/2026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C1F0C-BBB0-4903-BBC7-5DE8E4CA544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72091088"/>
      </p:ext>
    </p:extLst>
  </p:cSld>
  <p:clrMapOvr>
    <a:masterClrMapping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6520C-F807-4154-B474-4600C3D9F438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10/7/2026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C1F0C-BBB0-4903-BBC7-5DE8E4CA544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07008843"/>
      </p:ext>
    </p:extLst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6520C-F807-4154-B474-4600C3D9F438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10/7/2026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C1F0C-BBB0-4903-BBC7-5DE8E4CA544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38614009"/>
      </p:ext>
    </p:extLst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6520C-F807-4154-B474-4600C3D9F438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10/7/2026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C1F0C-BBB0-4903-BBC7-5DE8E4CA544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1799384"/>
      </p:ext>
    </p:extLst>
  </p:cSld>
  <p:clrMapOvr>
    <a:masterClrMapping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6520C-F807-4154-B474-4600C3D9F438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10/7/2026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C1F0C-BBB0-4903-BBC7-5DE8E4CA544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88834945"/>
      </p:ext>
    </p:extLst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6520C-F807-4154-B474-4600C3D9F438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10/7/2026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C1F0C-BBB0-4903-BBC7-5DE8E4CA544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64397408"/>
      </p:ext>
    </p:extLst>
  </p:cSld>
  <p:clrMapOvr>
    <a:masterClrMapping/>
  </p:clrMapOvr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6520C-F807-4154-B474-4600C3D9F438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10/7/2026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C1F0C-BBB0-4903-BBC7-5DE8E4CA544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73148648"/>
      </p:ext>
    </p:extLst>
  </p:cSld>
  <p:clrMapOvr>
    <a:masterClrMapping/>
  </p:clrMapOvr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6520C-F807-4154-B474-4600C3D9F438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10/7/2026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C1F0C-BBB0-4903-BBC7-5DE8E4CA544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49983887"/>
      </p:ext>
    </p:extLst>
  </p:cSld>
  <p:clrMapOvr>
    <a:masterClrMapping/>
  </p:clrMapOvr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6520C-F807-4154-B474-4600C3D9F438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10/7/2026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C1F0C-BBB0-4903-BBC7-5DE8E4CA544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45575838"/>
      </p:ext>
    </p:extLst>
  </p:cSld>
  <p:clrMapOvr>
    <a:masterClrMapping/>
  </p:clrMapOvr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6520C-F807-4154-B474-4600C3D9F438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10/7/2026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C1F0C-BBB0-4903-BBC7-5DE8E4CA544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7665908"/>
      </p:ext>
    </p:extLst>
  </p:cSld>
  <p:clrMapOvr>
    <a:masterClrMapping/>
  </p:clrMapOvr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6520C-F807-4154-B474-4600C3D9F438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10/7/2026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C1F0C-BBB0-4903-BBC7-5DE8E4CA544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17927976"/>
      </p:ext>
    </p:extLst>
  </p:cSld>
  <p:clrMapOvr>
    <a:masterClrMapping/>
  </p:clrMapOvr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6520C-F807-4154-B474-4600C3D9F438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10/7/2026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C1F0C-BBB0-4903-BBC7-5DE8E4CA544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35863281"/>
      </p:ext>
    </p:extLst>
  </p:cSld>
  <p:clrMapOvr>
    <a:masterClrMapping/>
  </p:clrMapOvr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6520C-F807-4154-B474-4600C3D9F438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10/7/2026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C1F0C-BBB0-4903-BBC7-5DE8E4CA544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78481340"/>
      </p:ext>
    </p:extLst>
  </p:cSld>
  <p:clrMapOvr>
    <a:masterClrMapping/>
  </p:clrMapOvr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6520C-F807-4154-B474-4600C3D9F438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10/7/2026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C1F0C-BBB0-4903-BBC7-5DE8E4CA544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25036083"/>
      </p:ext>
    </p:extLst>
  </p:cSld>
  <p:clrMapOvr>
    <a:masterClrMapping/>
  </p:clrMapOvr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6520C-F807-4154-B474-4600C3D9F438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10/7/2026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C1F0C-BBB0-4903-BBC7-5DE8E4CA544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21012738"/>
      </p:ext>
    </p:extLst>
  </p:cSld>
  <p:clrMapOvr>
    <a:masterClrMapping/>
  </p:clrMapOvr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6520C-F807-4154-B474-4600C3D9F438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10/7/2026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C1F0C-BBB0-4903-BBC7-5DE8E4CA544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43756323"/>
      </p:ext>
    </p:extLst>
  </p:cSld>
  <p:clrMapOvr>
    <a:masterClrMapping/>
  </p:clrMapOvr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6520C-F807-4154-B474-4600C3D9F438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10/7/2026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C1F0C-BBB0-4903-BBC7-5DE8E4CA544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16594318"/>
      </p:ext>
    </p:extLst>
  </p:cSld>
  <p:clrMapOvr>
    <a:masterClrMapping/>
  </p:clrMapOvr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6520C-F807-4154-B474-4600C3D9F438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10/7/2026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C1F0C-BBB0-4903-BBC7-5DE8E4CA544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965733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 /><Relationship Id="rId13" Type="http://schemas.openxmlformats.org/officeDocument/2006/relationships/image" Target="../media/image1.jpeg" /><Relationship Id="rId3" Type="http://schemas.openxmlformats.org/officeDocument/2006/relationships/slideLayout" Target="../slideLayouts/slideLayout14.xml" /><Relationship Id="rId7" Type="http://schemas.openxmlformats.org/officeDocument/2006/relationships/slideLayout" Target="../slideLayouts/slideLayout18.xml" /><Relationship Id="rId12" Type="http://schemas.openxmlformats.org/officeDocument/2006/relationships/theme" Target="../theme/theme2.xml" /><Relationship Id="rId2" Type="http://schemas.openxmlformats.org/officeDocument/2006/relationships/slideLayout" Target="../slideLayouts/slideLayout13.xml" /><Relationship Id="rId1" Type="http://schemas.openxmlformats.org/officeDocument/2006/relationships/slideLayout" Target="../slideLayouts/slideLayout12.xml" /><Relationship Id="rId6" Type="http://schemas.openxmlformats.org/officeDocument/2006/relationships/slideLayout" Target="../slideLayouts/slideLayout17.xml" /><Relationship Id="rId11" Type="http://schemas.openxmlformats.org/officeDocument/2006/relationships/slideLayout" Target="../slideLayouts/slideLayout22.xml" /><Relationship Id="rId5" Type="http://schemas.openxmlformats.org/officeDocument/2006/relationships/slideLayout" Target="../slideLayouts/slideLayout16.xml" /><Relationship Id="rId10" Type="http://schemas.openxmlformats.org/officeDocument/2006/relationships/slideLayout" Target="../slideLayouts/slideLayout21.xml" /><Relationship Id="rId4" Type="http://schemas.openxmlformats.org/officeDocument/2006/relationships/slideLayout" Target="../slideLayouts/slideLayout15.xml" /><Relationship Id="rId9" Type="http://schemas.openxmlformats.org/officeDocument/2006/relationships/slideLayout" Target="../slideLayouts/slideLayout20.xml" 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 /><Relationship Id="rId13" Type="http://schemas.openxmlformats.org/officeDocument/2006/relationships/image" Target="../media/image1.jpeg" /><Relationship Id="rId3" Type="http://schemas.openxmlformats.org/officeDocument/2006/relationships/slideLayout" Target="../slideLayouts/slideLayout25.xml" /><Relationship Id="rId7" Type="http://schemas.openxmlformats.org/officeDocument/2006/relationships/slideLayout" Target="../slideLayouts/slideLayout29.xml" /><Relationship Id="rId12" Type="http://schemas.openxmlformats.org/officeDocument/2006/relationships/theme" Target="../theme/theme3.xml" /><Relationship Id="rId2" Type="http://schemas.openxmlformats.org/officeDocument/2006/relationships/slideLayout" Target="../slideLayouts/slideLayout24.xml" /><Relationship Id="rId1" Type="http://schemas.openxmlformats.org/officeDocument/2006/relationships/slideLayout" Target="../slideLayouts/slideLayout23.xml" /><Relationship Id="rId6" Type="http://schemas.openxmlformats.org/officeDocument/2006/relationships/slideLayout" Target="../slideLayouts/slideLayout28.xml" /><Relationship Id="rId11" Type="http://schemas.openxmlformats.org/officeDocument/2006/relationships/slideLayout" Target="../slideLayouts/slideLayout33.xml" /><Relationship Id="rId5" Type="http://schemas.openxmlformats.org/officeDocument/2006/relationships/slideLayout" Target="../slideLayouts/slideLayout27.xml" /><Relationship Id="rId10" Type="http://schemas.openxmlformats.org/officeDocument/2006/relationships/slideLayout" Target="../slideLayouts/slideLayout32.xml" /><Relationship Id="rId4" Type="http://schemas.openxmlformats.org/officeDocument/2006/relationships/slideLayout" Target="../slideLayouts/slideLayout26.xml" /><Relationship Id="rId9" Type="http://schemas.openxmlformats.org/officeDocument/2006/relationships/slideLayout" Target="../slideLayouts/slideLayout31.xml" 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 /><Relationship Id="rId3" Type="http://schemas.openxmlformats.org/officeDocument/2006/relationships/slideLayout" Target="../slideLayouts/slideLayout36.xml" /><Relationship Id="rId7" Type="http://schemas.openxmlformats.org/officeDocument/2006/relationships/slideLayout" Target="../slideLayouts/slideLayout40.xml" /><Relationship Id="rId12" Type="http://schemas.openxmlformats.org/officeDocument/2006/relationships/theme" Target="../theme/theme4.xml" /><Relationship Id="rId2" Type="http://schemas.openxmlformats.org/officeDocument/2006/relationships/slideLayout" Target="../slideLayouts/slideLayout35.xml" /><Relationship Id="rId1" Type="http://schemas.openxmlformats.org/officeDocument/2006/relationships/slideLayout" Target="../slideLayouts/slideLayout34.xml" /><Relationship Id="rId6" Type="http://schemas.openxmlformats.org/officeDocument/2006/relationships/slideLayout" Target="../slideLayouts/slideLayout39.xml" /><Relationship Id="rId11" Type="http://schemas.openxmlformats.org/officeDocument/2006/relationships/slideLayout" Target="../slideLayouts/slideLayout44.xml" /><Relationship Id="rId5" Type="http://schemas.openxmlformats.org/officeDocument/2006/relationships/slideLayout" Target="../slideLayouts/slideLayout38.xml" /><Relationship Id="rId10" Type="http://schemas.openxmlformats.org/officeDocument/2006/relationships/slideLayout" Target="../slideLayouts/slideLayout43.xml" /><Relationship Id="rId4" Type="http://schemas.openxmlformats.org/officeDocument/2006/relationships/slideLayout" Target="../slideLayouts/slideLayout37.xml" /><Relationship Id="rId9" Type="http://schemas.openxmlformats.org/officeDocument/2006/relationships/slideLayout" Target="../slideLayouts/slideLayout42.xml" 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2.xml" /><Relationship Id="rId3" Type="http://schemas.openxmlformats.org/officeDocument/2006/relationships/slideLayout" Target="../slideLayouts/slideLayout47.xml" /><Relationship Id="rId7" Type="http://schemas.openxmlformats.org/officeDocument/2006/relationships/slideLayout" Target="../slideLayouts/slideLayout51.xml" /><Relationship Id="rId12" Type="http://schemas.openxmlformats.org/officeDocument/2006/relationships/theme" Target="../theme/theme5.xml" /><Relationship Id="rId2" Type="http://schemas.openxmlformats.org/officeDocument/2006/relationships/slideLayout" Target="../slideLayouts/slideLayout46.xml" /><Relationship Id="rId1" Type="http://schemas.openxmlformats.org/officeDocument/2006/relationships/slideLayout" Target="../slideLayouts/slideLayout45.xml" /><Relationship Id="rId6" Type="http://schemas.openxmlformats.org/officeDocument/2006/relationships/slideLayout" Target="../slideLayouts/slideLayout50.xml" /><Relationship Id="rId11" Type="http://schemas.openxmlformats.org/officeDocument/2006/relationships/slideLayout" Target="../slideLayouts/slideLayout55.xml" /><Relationship Id="rId5" Type="http://schemas.openxmlformats.org/officeDocument/2006/relationships/slideLayout" Target="../slideLayouts/slideLayout49.xml" /><Relationship Id="rId10" Type="http://schemas.openxmlformats.org/officeDocument/2006/relationships/slideLayout" Target="../slideLayouts/slideLayout54.xml" /><Relationship Id="rId4" Type="http://schemas.openxmlformats.org/officeDocument/2006/relationships/slideLayout" Target="../slideLayouts/slideLayout48.xml" /><Relationship Id="rId9" Type="http://schemas.openxmlformats.org/officeDocument/2006/relationships/slideLayout" Target="../slideLayouts/slideLayout53.xml" 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3.xml" /><Relationship Id="rId3" Type="http://schemas.openxmlformats.org/officeDocument/2006/relationships/slideLayout" Target="../slideLayouts/slideLayout58.xml" /><Relationship Id="rId7" Type="http://schemas.openxmlformats.org/officeDocument/2006/relationships/slideLayout" Target="../slideLayouts/slideLayout62.xml" /><Relationship Id="rId12" Type="http://schemas.openxmlformats.org/officeDocument/2006/relationships/theme" Target="../theme/theme6.xml" /><Relationship Id="rId2" Type="http://schemas.openxmlformats.org/officeDocument/2006/relationships/slideLayout" Target="../slideLayouts/slideLayout57.xml" /><Relationship Id="rId1" Type="http://schemas.openxmlformats.org/officeDocument/2006/relationships/slideLayout" Target="../slideLayouts/slideLayout56.xml" /><Relationship Id="rId6" Type="http://schemas.openxmlformats.org/officeDocument/2006/relationships/slideLayout" Target="../slideLayouts/slideLayout61.xml" /><Relationship Id="rId11" Type="http://schemas.openxmlformats.org/officeDocument/2006/relationships/slideLayout" Target="../slideLayouts/slideLayout66.xml" /><Relationship Id="rId5" Type="http://schemas.openxmlformats.org/officeDocument/2006/relationships/slideLayout" Target="../slideLayouts/slideLayout60.xml" /><Relationship Id="rId10" Type="http://schemas.openxmlformats.org/officeDocument/2006/relationships/slideLayout" Target="../slideLayouts/slideLayout65.xml" /><Relationship Id="rId4" Type="http://schemas.openxmlformats.org/officeDocument/2006/relationships/slideLayout" Target="../slideLayouts/slideLayout59.xml" /><Relationship Id="rId9" Type="http://schemas.openxmlformats.org/officeDocument/2006/relationships/slideLayout" Target="../slideLayouts/slideLayout64.xml" 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4.xml" /><Relationship Id="rId3" Type="http://schemas.openxmlformats.org/officeDocument/2006/relationships/slideLayout" Target="../slideLayouts/slideLayout69.xml" /><Relationship Id="rId7" Type="http://schemas.openxmlformats.org/officeDocument/2006/relationships/slideLayout" Target="../slideLayouts/slideLayout73.xml" /><Relationship Id="rId12" Type="http://schemas.openxmlformats.org/officeDocument/2006/relationships/theme" Target="../theme/theme7.xml" /><Relationship Id="rId2" Type="http://schemas.openxmlformats.org/officeDocument/2006/relationships/slideLayout" Target="../slideLayouts/slideLayout68.xml" /><Relationship Id="rId1" Type="http://schemas.openxmlformats.org/officeDocument/2006/relationships/slideLayout" Target="../slideLayouts/slideLayout67.xml" /><Relationship Id="rId6" Type="http://schemas.openxmlformats.org/officeDocument/2006/relationships/slideLayout" Target="../slideLayouts/slideLayout72.xml" /><Relationship Id="rId11" Type="http://schemas.openxmlformats.org/officeDocument/2006/relationships/slideLayout" Target="../slideLayouts/slideLayout77.xml" /><Relationship Id="rId5" Type="http://schemas.openxmlformats.org/officeDocument/2006/relationships/slideLayout" Target="../slideLayouts/slideLayout71.xml" /><Relationship Id="rId10" Type="http://schemas.openxmlformats.org/officeDocument/2006/relationships/slideLayout" Target="../slideLayouts/slideLayout76.xml" /><Relationship Id="rId4" Type="http://schemas.openxmlformats.org/officeDocument/2006/relationships/slideLayout" Target="../slideLayouts/slideLayout70.xml" /><Relationship Id="rId9" Type="http://schemas.openxmlformats.org/officeDocument/2006/relationships/slideLayout" Target="../slideLayouts/slideLayout75.xml" 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5.xml" /><Relationship Id="rId3" Type="http://schemas.openxmlformats.org/officeDocument/2006/relationships/slideLayout" Target="../slideLayouts/slideLayout80.xml" /><Relationship Id="rId7" Type="http://schemas.openxmlformats.org/officeDocument/2006/relationships/slideLayout" Target="../slideLayouts/slideLayout84.xml" /><Relationship Id="rId12" Type="http://schemas.openxmlformats.org/officeDocument/2006/relationships/theme" Target="../theme/theme8.xml" /><Relationship Id="rId2" Type="http://schemas.openxmlformats.org/officeDocument/2006/relationships/slideLayout" Target="../slideLayouts/slideLayout79.xml" /><Relationship Id="rId1" Type="http://schemas.openxmlformats.org/officeDocument/2006/relationships/slideLayout" Target="../slideLayouts/slideLayout78.xml" /><Relationship Id="rId6" Type="http://schemas.openxmlformats.org/officeDocument/2006/relationships/slideLayout" Target="../slideLayouts/slideLayout83.xml" /><Relationship Id="rId11" Type="http://schemas.openxmlformats.org/officeDocument/2006/relationships/slideLayout" Target="../slideLayouts/slideLayout88.xml" /><Relationship Id="rId5" Type="http://schemas.openxmlformats.org/officeDocument/2006/relationships/slideLayout" Target="../slideLayouts/slideLayout82.xml" /><Relationship Id="rId10" Type="http://schemas.openxmlformats.org/officeDocument/2006/relationships/slideLayout" Target="../slideLayouts/slideLayout87.xml" /><Relationship Id="rId4" Type="http://schemas.openxmlformats.org/officeDocument/2006/relationships/slideLayout" Target="../slideLayouts/slideLayout81.xml" /><Relationship Id="rId9" Type="http://schemas.openxmlformats.org/officeDocument/2006/relationships/slideLayout" Target="../slideLayouts/slideLayout86.xml" /></Relationships>
</file>

<file path=ppt/slideMasters/_rels/slideMaster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6.xml" /><Relationship Id="rId3" Type="http://schemas.openxmlformats.org/officeDocument/2006/relationships/slideLayout" Target="../slideLayouts/slideLayout91.xml" /><Relationship Id="rId7" Type="http://schemas.openxmlformats.org/officeDocument/2006/relationships/slideLayout" Target="../slideLayouts/slideLayout95.xml" /><Relationship Id="rId12" Type="http://schemas.openxmlformats.org/officeDocument/2006/relationships/theme" Target="../theme/theme9.xml" /><Relationship Id="rId2" Type="http://schemas.openxmlformats.org/officeDocument/2006/relationships/slideLayout" Target="../slideLayouts/slideLayout90.xml" /><Relationship Id="rId1" Type="http://schemas.openxmlformats.org/officeDocument/2006/relationships/slideLayout" Target="../slideLayouts/slideLayout89.xml" /><Relationship Id="rId6" Type="http://schemas.openxmlformats.org/officeDocument/2006/relationships/slideLayout" Target="../slideLayouts/slideLayout94.xml" /><Relationship Id="rId11" Type="http://schemas.openxmlformats.org/officeDocument/2006/relationships/slideLayout" Target="../slideLayouts/slideLayout99.xml" /><Relationship Id="rId5" Type="http://schemas.openxmlformats.org/officeDocument/2006/relationships/slideLayout" Target="../slideLayouts/slideLayout93.xml" /><Relationship Id="rId10" Type="http://schemas.openxmlformats.org/officeDocument/2006/relationships/slideLayout" Target="../slideLayouts/slideLayout98.xml" /><Relationship Id="rId4" Type="http://schemas.openxmlformats.org/officeDocument/2006/relationships/slideLayout" Target="../slideLayouts/slideLayout92.xml" /><Relationship Id="rId9" Type="http://schemas.openxmlformats.org/officeDocument/2006/relationships/slideLayout" Target="../slideLayouts/slideLayout97.xml" /></Relationships>
</file>

<file path=ppt/slideMasters/_rels/slideMaster1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7.xml" /><Relationship Id="rId3" Type="http://schemas.openxmlformats.org/officeDocument/2006/relationships/slideLayout" Target="../slideLayouts/slideLayout102.xml" /><Relationship Id="rId7" Type="http://schemas.openxmlformats.org/officeDocument/2006/relationships/slideLayout" Target="../slideLayouts/slideLayout106.xml" /><Relationship Id="rId12" Type="http://schemas.openxmlformats.org/officeDocument/2006/relationships/theme" Target="../theme/theme10.xml" /><Relationship Id="rId2" Type="http://schemas.openxmlformats.org/officeDocument/2006/relationships/slideLayout" Target="../slideLayouts/slideLayout101.xml" /><Relationship Id="rId1" Type="http://schemas.openxmlformats.org/officeDocument/2006/relationships/slideLayout" Target="../slideLayouts/slideLayout100.xml" /><Relationship Id="rId6" Type="http://schemas.openxmlformats.org/officeDocument/2006/relationships/slideLayout" Target="../slideLayouts/slideLayout105.xml" /><Relationship Id="rId11" Type="http://schemas.openxmlformats.org/officeDocument/2006/relationships/slideLayout" Target="../slideLayouts/slideLayout110.xml" /><Relationship Id="rId5" Type="http://schemas.openxmlformats.org/officeDocument/2006/relationships/slideLayout" Target="../slideLayouts/slideLayout104.xml" /><Relationship Id="rId10" Type="http://schemas.openxmlformats.org/officeDocument/2006/relationships/slideLayout" Target="../slideLayouts/slideLayout109.xml" /><Relationship Id="rId4" Type="http://schemas.openxmlformats.org/officeDocument/2006/relationships/slideLayout" Target="../slideLayouts/slideLayout103.xml" /><Relationship Id="rId9" Type="http://schemas.openxmlformats.org/officeDocument/2006/relationships/slideLayout" Target="../slideLayouts/slideLayout108.xml" /></Relationships>
</file>

<file path=ppt/slideMasters/_rels/slideMaster1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8.xml" /><Relationship Id="rId3" Type="http://schemas.openxmlformats.org/officeDocument/2006/relationships/slideLayout" Target="../slideLayouts/slideLayout113.xml" /><Relationship Id="rId7" Type="http://schemas.openxmlformats.org/officeDocument/2006/relationships/slideLayout" Target="../slideLayouts/slideLayout117.xml" /><Relationship Id="rId12" Type="http://schemas.openxmlformats.org/officeDocument/2006/relationships/theme" Target="../theme/theme11.xml" /><Relationship Id="rId2" Type="http://schemas.openxmlformats.org/officeDocument/2006/relationships/slideLayout" Target="../slideLayouts/slideLayout112.xml" /><Relationship Id="rId1" Type="http://schemas.openxmlformats.org/officeDocument/2006/relationships/slideLayout" Target="../slideLayouts/slideLayout111.xml" /><Relationship Id="rId6" Type="http://schemas.openxmlformats.org/officeDocument/2006/relationships/slideLayout" Target="../slideLayouts/slideLayout116.xml" /><Relationship Id="rId11" Type="http://schemas.openxmlformats.org/officeDocument/2006/relationships/slideLayout" Target="../slideLayouts/slideLayout121.xml" /><Relationship Id="rId5" Type="http://schemas.openxmlformats.org/officeDocument/2006/relationships/slideLayout" Target="../slideLayouts/slideLayout115.xml" /><Relationship Id="rId10" Type="http://schemas.openxmlformats.org/officeDocument/2006/relationships/slideLayout" Target="../slideLayouts/slideLayout120.xml" /><Relationship Id="rId4" Type="http://schemas.openxmlformats.org/officeDocument/2006/relationships/slideLayout" Target="../slideLayouts/slideLayout114.xml" /><Relationship Id="rId9" Type="http://schemas.openxmlformats.org/officeDocument/2006/relationships/slideLayout" Target="../slideLayouts/slideLayout119.xml" /></Relationships>
</file>

<file path=ppt/slideMasters/_rels/slideMaster1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9.xml" /><Relationship Id="rId3" Type="http://schemas.openxmlformats.org/officeDocument/2006/relationships/slideLayout" Target="../slideLayouts/slideLayout124.xml" /><Relationship Id="rId7" Type="http://schemas.openxmlformats.org/officeDocument/2006/relationships/slideLayout" Target="../slideLayouts/slideLayout128.xml" /><Relationship Id="rId12" Type="http://schemas.openxmlformats.org/officeDocument/2006/relationships/theme" Target="../theme/theme12.xml" /><Relationship Id="rId2" Type="http://schemas.openxmlformats.org/officeDocument/2006/relationships/slideLayout" Target="../slideLayouts/slideLayout123.xml" /><Relationship Id="rId1" Type="http://schemas.openxmlformats.org/officeDocument/2006/relationships/slideLayout" Target="../slideLayouts/slideLayout122.xml" /><Relationship Id="rId6" Type="http://schemas.openxmlformats.org/officeDocument/2006/relationships/slideLayout" Target="../slideLayouts/slideLayout127.xml" /><Relationship Id="rId11" Type="http://schemas.openxmlformats.org/officeDocument/2006/relationships/slideLayout" Target="../slideLayouts/slideLayout132.xml" /><Relationship Id="rId5" Type="http://schemas.openxmlformats.org/officeDocument/2006/relationships/slideLayout" Target="../slideLayouts/slideLayout126.xml" /><Relationship Id="rId10" Type="http://schemas.openxmlformats.org/officeDocument/2006/relationships/slideLayout" Target="../slideLayouts/slideLayout131.xml" /><Relationship Id="rId4" Type="http://schemas.openxmlformats.org/officeDocument/2006/relationships/slideLayout" Target="../slideLayouts/slideLayout125.xml" /><Relationship Id="rId9" Type="http://schemas.openxmlformats.org/officeDocument/2006/relationships/slideLayout" Target="../slideLayouts/slideLayout130.xml" /></Relationships>
</file>

<file path=ppt/slideMasters/_rels/slideMaster1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40.xml" /><Relationship Id="rId3" Type="http://schemas.openxmlformats.org/officeDocument/2006/relationships/slideLayout" Target="../slideLayouts/slideLayout135.xml" /><Relationship Id="rId7" Type="http://schemas.openxmlformats.org/officeDocument/2006/relationships/slideLayout" Target="../slideLayouts/slideLayout139.xml" /><Relationship Id="rId12" Type="http://schemas.openxmlformats.org/officeDocument/2006/relationships/theme" Target="../theme/theme13.xml" /><Relationship Id="rId2" Type="http://schemas.openxmlformats.org/officeDocument/2006/relationships/slideLayout" Target="../slideLayouts/slideLayout134.xml" /><Relationship Id="rId1" Type="http://schemas.openxmlformats.org/officeDocument/2006/relationships/slideLayout" Target="../slideLayouts/slideLayout133.xml" /><Relationship Id="rId6" Type="http://schemas.openxmlformats.org/officeDocument/2006/relationships/slideLayout" Target="../slideLayouts/slideLayout138.xml" /><Relationship Id="rId11" Type="http://schemas.openxmlformats.org/officeDocument/2006/relationships/slideLayout" Target="../slideLayouts/slideLayout143.xml" /><Relationship Id="rId5" Type="http://schemas.openxmlformats.org/officeDocument/2006/relationships/slideLayout" Target="../slideLayouts/slideLayout137.xml" /><Relationship Id="rId10" Type="http://schemas.openxmlformats.org/officeDocument/2006/relationships/slideLayout" Target="../slideLayouts/slideLayout142.xml" /><Relationship Id="rId4" Type="http://schemas.openxmlformats.org/officeDocument/2006/relationships/slideLayout" Target="../slideLayouts/slideLayout136.xml" /><Relationship Id="rId9" Type="http://schemas.openxmlformats.org/officeDocument/2006/relationships/slideLayout" Target="../slideLayouts/slideLayout141.xml" /></Relationships>
</file>

<file path=ppt/slideMasters/_rels/slideMaster1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51.xml" /><Relationship Id="rId3" Type="http://schemas.openxmlformats.org/officeDocument/2006/relationships/slideLayout" Target="../slideLayouts/slideLayout146.xml" /><Relationship Id="rId7" Type="http://schemas.openxmlformats.org/officeDocument/2006/relationships/slideLayout" Target="../slideLayouts/slideLayout150.xml" /><Relationship Id="rId12" Type="http://schemas.openxmlformats.org/officeDocument/2006/relationships/theme" Target="../theme/theme14.xml" /><Relationship Id="rId2" Type="http://schemas.openxmlformats.org/officeDocument/2006/relationships/slideLayout" Target="../slideLayouts/slideLayout145.xml" /><Relationship Id="rId1" Type="http://schemas.openxmlformats.org/officeDocument/2006/relationships/slideLayout" Target="../slideLayouts/slideLayout144.xml" /><Relationship Id="rId6" Type="http://schemas.openxmlformats.org/officeDocument/2006/relationships/slideLayout" Target="../slideLayouts/slideLayout149.xml" /><Relationship Id="rId11" Type="http://schemas.openxmlformats.org/officeDocument/2006/relationships/slideLayout" Target="../slideLayouts/slideLayout154.xml" /><Relationship Id="rId5" Type="http://schemas.openxmlformats.org/officeDocument/2006/relationships/slideLayout" Target="../slideLayouts/slideLayout148.xml" /><Relationship Id="rId10" Type="http://schemas.openxmlformats.org/officeDocument/2006/relationships/slideLayout" Target="../slideLayouts/slideLayout153.xml" /><Relationship Id="rId4" Type="http://schemas.openxmlformats.org/officeDocument/2006/relationships/slideLayout" Target="../slideLayouts/slideLayout147.xml" /><Relationship Id="rId9" Type="http://schemas.openxmlformats.org/officeDocument/2006/relationships/slideLayout" Target="../slideLayouts/slideLayout152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56520C-F807-4154-B474-4600C3D9F438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7C1F0C-BBB0-4903-BBC7-5DE8E4CA54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65347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3" name="AutoShape 1"/>
          <p:cNvSpPr>
            <a:spLocks noChangeArrowheads="1"/>
          </p:cNvSpPr>
          <p:nvPr/>
        </p:nvSpPr>
        <p:spPr bwMode="auto">
          <a:xfrm>
            <a:off x="152400" y="609600"/>
            <a:ext cx="8991600" cy="1588"/>
          </a:xfrm>
          <a:custGeom>
            <a:avLst/>
            <a:gdLst>
              <a:gd name="G0" fmla="+- 24977 0 0"/>
              <a:gd name="G1" fmla="+- 2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0"/>
                </a:moveTo>
                <a:lnTo>
                  <a:pt x="8991600" y="0"/>
                </a:lnTo>
              </a:path>
            </a:pathLst>
          </a:custGeom>
          <a:noFill/>
          <a:ln w="38160" cap="flat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defTabSz="4572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</a:pPr>
            <a:endParaRPr lang="en-US">
              <a:solidFill>
                <a:srgbClr val="000000"/>
              </a:solidFill>
              <a:latin typeface="Arial" charset="0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975" y="42863"/>
            <a:ext cx="714375" cy="542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3075" name="Text Box 3"/>
          <p:cNvSpPr txBox="1">
            <a:spLocks noChangeArrowheads="1"/>
          </p:cNvSpPr>
          <p:nvPr/>
        </p:nvSpPr>
        <p:spPr bwMode="auto">
          <a:xfrm>
            <a:off x="3108325" y="6378575"/>
            <a:ext cx="2925763" cy="342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defTabSz="4572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</a:pPr>
            <a:endParaRPr lang="en-US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3076" name="Text Box 4"/>
          <p:cNvSpPr txBox="1">
            <a:spLocks noChangeArrowheads="1"/>
          </p:cNvSpPr>
          <p:nvPr/>
        </p:nvSpPr>
        <p:spPr bwMode="auto">
          <a:xfrm>
            <a:off x="457200" y="6378575"/>
            <a:ext cx="2103438" cy="342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defTabSz="4572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</a:pPr>
            <a:endParaRPr lang="en-US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sldNum"/>
          </p:nvPr>
        </p:nvSpPr>
        <p:spPr bwMode="auto">
          <a:xfrm>
            <a:off x="6583363" y="6378575"/>
            <a:ext cx="2101850" cy="341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r">
              <a:lnSpc>
                <a:spcPct val="100000"/>
              </a:lnSpc>
              <a:tabLst>
                <a:tab pos="457200" algn="l"/>
                <a:tab pos="914400" algn="l"/>
                <a:tab pos="1371600" algn="l"/>
                <a:tab pos="1828800" algn="l"/>
              </a:tabLst>
              <a:defRPr sz="1400">
                <a:solidFill>
                  <a:srgbClr val="B2B2B2"/>
                </a:solidFill>
                <a:latin typeface="Times New Roman" pitchFamily="16" charset="0"/>
                <a:ea typeface="DejaVu Sans" charset="0"/>
                <a:cs typeface="DejaVu Sans" charset="0"/>
              </a:defRPr>
            </a:lvl1pPr>
          </a:lstStyle>
          <a:p>
            <a:pPr defTabSz="45720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</a:pPr>
            <a:fld id="{3774361A-EC05-418A-A608-5C48276BEBBA}" type="slidenum">
              <a:rPr lang="en-US"/>
              <a:pPr defTabSz="45720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buNone/>
              </a:pPr>
              <a:t>‹#›</a:t>
            </a:fld>
            <a:endParaRPr lang="en-US"/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3050"/>
            <a:ext cx="8228013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the title text format</a:t>
            </a:r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4963"/>
            <a:ext cx="8228013" cy="397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38862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the outline text format</a:t>
            </a:r>
          </a:p>
          <a:p>
            <a:pPr lvl="1"/>
            <a:r>
              <a:rPr lang="en-GB"/>
              <a:t>Second Outline Level</a:t>
            </a:r>
          </a:p>
          <a:p>
            <a:pPr lvl="2"/>
            <a:r>
              <a:rPr lang="en-GB"/>
              <a:t>Third Outline Level</a:t>
            </a:r>
          </a:p>
          <a:p>
            <a:pPr lvl="3"/>
            <a:r>
              <a:rPr lang="en-GB"/>
              <a:t>Fourth Outline Level</a:t>
            </a:r>
          </a:p>
          <a:p>
            <a:pPr lvl="4"/>
            <a:r>
              <a:rPr lang="en-GB"/>
              <a:t>Fifth Outline Level</a:t>
            </a:r>
          </a:p>
          <a:p>
            <a:pPr lvl="4"/>
            <a:r>
              <a:rPr lang="en-GB"/>
              <a:t>Sixth Outline Level</a:t>
            </a:r>
          </a:p>
          <a:p>
            <a:pPr lvl="4"/>
            <a:r>
              <a:rPr lang="en-GB"/>
              <a:t>Seventh Outline Level</a:t>
            </a:r>
          </a:p>
        </p:txBody>
      </p:sp>
    </p:spTree>
    <p:extLst>
      <p:ext uri="{BB962C8B-B14F-4D97-AF65-F5344CB8AC3E}">
        <p14:creationId xmlns:p14="http://schemas.microsoft.com/office/powerpoint/2010/main" val="42302876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457200" rtl="0" fontAlgn="base" hangingPunct="0">
        <a:lnSpc>
          <a:spcPct val="8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>
          <a:solidFill>
            <a:srgbClr val="000000"/>
          </a:solidFill>
          <a:latin typeface="+mj-lt"/>
          <a:ea typeface="+mj-ea"/>
          <a:cs typeface="+mj-cs"/>
        </a:defRPr>
      </a:lvl1pPr>
      <a:lvl2pPr marL="742950" indent="-285750" algn="ctr" defTabSz="457200" rtl="0" fontAlgn="base" hangingPunct="0">
        <a:lnSpc>
          <a:spcPct val="8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>
          <a:solidFill>
            <a:srgbClr val="000000"/>
          </a:solidFill>
          <a:latin typeface="Calibri" charset="0"/>
          <a:ea typeface="WenQuanYi Micro Hei" charset="0"/>
          <a:cs typeface="WenQuanYi Micro Hei" charset="0"/>
        </a:defRPr>
      </a:lvl2pPr>
      <a:lvl3pPr marL="1143000" indent="-228600" algn="ctr" defTabSz="457200" rtl="0" fontAlgn="base" hangingPunct="0">
        <a:lnSpc>
          <a:spcPct val="8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>
          <a:solidFill>
            <a:srgbClr val="000000"/>
          </a:solidFill>
          <a:latin typeface="Calibri" charset="0"/>
          <a:ea typeface="WenQuanYi Micro Hei" charset="0"/>
          <a:cs typeface="WenQuanYi Micro Hei" charset="0"/>
        </a:defRPr>
      </a:lvl3pPr>
      <a:lvl4pPr marL="1600200" indent="-228600" algn="ctr" defTabSz="457200" rtl="0" fontAlgn="base" hangingPunct="0">
        <a:lnSpc>
          <a:spcPct val="8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>
          <a:solidFill>
            <a:srgbClr val="000000"/>
          </a:solidFill>
          <a:latin typeface="Calibri" charset="0"/>
          <a:ea typeface="WenQuanYi Micro Hei" charset="0"/>
          <a:cs typeface="WenQuanYi Micro Hei" charset="0"/>
        </a:defRPr>
      </a:lvl4pPr>
      <a:lvl5pPr marL="2057400" indent="-228600" algn="ctr" defTabSz="457200" rtl="0" fontAlgn="base" hangingPunct="0">
        <a:lnSpc>
          <a:spcPct val="8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>
          <a:solidFill>
            <a:srgbClr val="000000"/>
          </a:solidFill>
          <a:latin typeface="Calibri" charset="0"/>
          <a:ea typeface="WenQuanYi Micro Hei" charset="0"/>
          <a:cs typeface="WenQuanYi Micro Hei" charset="0"/>
        </a:defRPr>
      </a:lvl5pPr>
      <a:lvl6pPr marL="2514600" indent="-228600" algn="ctr" defTabSz="457200" rtl="0" fontAlgn="base" hangingPunct="0">
        <a:lnSpc>
          <a:spcPct val="8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>
          <a:solidFill>
            <a:srgbClr val="000000"/>
          </a:solidFill>
          <a:latin typeface="Calibri" charset="0"/>
          <a:ea typeface="WenQuanYi Micro Hei" charset="0"/>
          <a:cs typeface="WenQuanYi Micro Hei" charset="0"/>
        </a:defRPr>
      </a:lvl6pPr>
      <a:lvl7pPr marL="2971800" indent="-228600" algn="ctr" defTabSz="457200" rtl="0" fontAlgn="base" hangingPunct="0">
        <a:lnSpc>
          <a:spcPct val="8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>
          <a:solidFill>
            <a:srgbClr val="000000"/>
          </a:solidFill>
          <a:latin typeface="Calibri" charset="0"/>
          <a:ea typeface="WenQuanYi Micro Hei" charset="0"/>
          <a:cs typeface="WenQuanYi Micro Hei" charset="0"/>
        </a:defRPr>
      </a:lvl7pPr>
      <a:lvl8pPr marL="3429000" indent="-228600" algn="ctr" defTabSz="457200" rtl="0" fontAlgn="base" hangingPunct="0">
        <a:lnSpc>
          <a:spcPct val="8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>
          <a:solidFill>
            <a:srgbClr val="000000"/>
          </a:solidFill>
          <a:latin typeface="Calibri" charset="0"/>
          <a:ea typeface="WenQuanYi Micro Hei" charset="0"/>
          <a:cs typeface="WenQuanYi Micro Hei" charset="0"/>
        </a:defRPr>
      </a:lvl8pPr>
      <a:lvl9pPr marL="3886200" indent="-228600" algn="ctr" defTabSz="457200" rtl="0" fontAlgn="base" hangingPunct="0">
        <a:lnSpc>
          <a:spcPct val="8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>
          <a:solidFill>
            <a:srgbClr val="000000"/>
          </a:solidFill>
          <a:latin typeface="Calibri" charset="0"/>
          <a:ea typeface="WenQuanYi Micro Hei" charset="0"/>
          <a:cs typeface="WenQuanYi Micro Hei" charset="0"/>
        </a:defRPr>
      </a:lvl9pPr>
    </p:titleStyle>
    <p:bodyStyle>
      <a:lvl1pPr marL="342900" indent="-342900" algn="l" defTabSz="457200" rtl="0" fontAlgn="base" hangingPunct="0">
        <a:lnSpc>
          <a:spcPct val="83000"/>
        </a:lnSpc>
        <a:spcBef>
          <a:spcPts val="1425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>
          <a:solidFill>
            <a:srgbClr val="000000"/>
          </a:solidFill>
          <a:latin typeface="+mn-lt"/>
          <a:ea typeface="+mn-ea"/>
          <a:cs typeface="+mn-cs"/>
        </a:defRPr>
      </a:lvl1pPr>
      <a:lvl2pPr marL="742950" indent="-285750" algn="l" defTabSz="457200" rtl="0" fontAlgn="base" hangingPunct="0">
        <a:lnSpc>
          <a:spcPct val="83000"/>
        </a:lnSpc>
        <a:spcBef>
          <a:spcPts val="1138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>
          <a:solidFill>
            <a:srgbClr val="000000"/>
          </a:solidFill>
          <a:latin typeface="+mn-lt"/>
          <a:ea typeface="+mn-ea"/>
          <a:cs typeface="+mn-cs"/>
        </a:defRPr>
      </a:lvl2pPr>
      <a:lvl3pPr marL="1143000" indent="-228600" algn="l" defTabSz="457200" rtl="0" fontAlgn="base" hangingPunct="0">
        <a:lnSpc>
          <a:spcPct val="83000"/>
        </a:lnSpc>
        <a:spcBef>
          <a:spcPts val="85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>
          <a:solidFill>
            <a:srgbClr val="000000"/>
          </a:solidFill>
          <a:latin typeface="+mn-lt"/>
          <a:ea typeface="+mn-ea"/>
          <a:cs typeface="+mn-cs"/>
        </a:defRPr>
      </a:lvl3pPr>
      <a:lvl4pPr marL="1600200" indent="-228600" algn="l" defTabSz="457200" rtl="0" fontAlgn="base" hangingPunct="0">
        <a:lnSpc>
          <a:spcPct val="83000"/>
        </a:lnSpc>
        <a:spcBef>
          <a:spcPts val="575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>
          <a:solidFill>
            <a:srgbClr val="000000"/>
          </a:solidFill>
          <a:latin typeface="+mn-lt"/>
          <a:ea typeface="+mn-ea"/>
          <a:cs typeface="+mn-cs"/>
        </a:defRPr>
      </a:lvl4pPr>
      <a:lvl5pPr marL="2057400" indent="-228600" algn="l" defTabSz="457200" rtl="0" fontAlgn="base" hangingPunct="0">
        <a:lnSpc>
          <a:spcPct val="83000"/>
        </a:lnSpc>
        <a:spcBef>
          <a:spcPts val="288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000000"/>
          </a:solidFill>
          <a:latin typeface="+mn-lt"/>
          <a:ea typeface="+mn-ea"/>
          <a:cs typeface="+mn-cs"/>
        </a:defRPr>
      </a:lvl5pPr>
      <a:lvl6pPr marL="2514600" indent="-228600" algn="l" defTabSz="457200" rtl="0" fontAlgn="base" hangingPunct="0">
        <a:lnSpc>
          <a:spcPct val="83000"/>
        </a:lnSpc>
        <a:spcBef>
          <a:spcPts val="288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000000"/>
          </a:solidFill>
          <a:latin typeface="+mn-lt"/>
          <a:ea typeface="+mn-ea"/>
          <a:cs typeface="+mn-cs"/>
        </a:defRPr>
      </a:lvl6pPr>
      <a:lvl7pPr marL="2971800" indent="-228600" algn="l" defTabSz="457200" rtl="0" fontAlgn="base" hangingPunct="0">
        <a:lnSpc>
          <a:spcPct val="83000"/>
        </a:lnSpc>
        <a:spcBef>
          <a:spcPts val="288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000000"/>
          </a:solidFill>
          <a:latin typeface="+mn-lt"/>
          <a:ea typeface="+mn-ea"/>
          <a:cs typeface="+mn-cs"/>
        </a:defRPr>
      </a:lvl7pPr>
      <a:lvl8pPr marL="3429000" indent="-228600" algn="l" defTabSz="457200" rtl="0" fontAlgn="base" hangingPunct="0">
        <a:lnSpc>
          <a:spcPct val="83000"/>
        </a:lnSpc>
        <a:spcBef>
          <a:spcPts val="288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000000"/>
          </a:solidFill>
          <a:latin typeface="+mn-lt"/>
          <a:ea typeface="+mn-ea"/>
          <a:cs typeface="+mn-cs"/>
        </a:defRPr>
      </a:lvl8pPr>
      <a:lvl9pPr marL="3886200" indent="-228600" algn="l" defTabSz="457200" rtl="0" fontAlgn="base" hangingPunct="0">
        <a:lnSpc>
          <a:spcPct val="83000"/>
        </a:lnSpc>
        <a:spcBef>
          <a:spcPts val="288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000000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" name="AutoShape 1"/>
          <p:cNvSpPr>
            <a:spLocks noChangeArrowheads="1"/>
          </p:cNvSpPr>
          <p:nvPr/>
        </p:nvSpPr>
        <p:spPr bwMode="auto">
          <a:xfrm>
            <a:off x="152400" y="609600"/>
            <a:ext cx="8991600" cy="1588"/>
          </a:xfrm>
          <a:custGeom>
            <a:avLst/>
            <a:gdLst>
              <a:gd name="G0" fmla="+- 24977 0 0"/>
              <a:gd name="G1" fmla="+- 2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0"/>
                </a:moveTo>
                <a:lnTo>
                  <a:pt x="8991600" y="0"/>
                </a:lnTo>
              </a:path>
            </a:pathLst>
          </a:custGeom>
          <a:noFill/>
          <a:ln w="38160" cap="flat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defTabSz="4572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</a:pPr>
            <a:endParaRPr lang="en-US">
              <a:solidFill>
                <a:srgbClr val="000000"/>
              </a:solidFill>
              <a:latin typeface="Arial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975" y="42863"/>
            <a:ext cx="714375" cy="542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1027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358775" y="112713"/>
            <a:ext cx="8575675" cy="755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the title text format</a:t>
            </a:r>
          </a:p>
        </p:txBody>
      </p:sp>
      <p:sp>
        <p:nvSpPr>
          <p:cNvPr id="1028" name="Text Box 4"/>
          <p:cNvSpPr txBox="1">
            <a:spLocks noChangeArrowheads="1"/>
          </p:cNvSpPr>
          <p:nvPr/>
        </p:nvSpPr>
        <p:spPr bwMode="auto">
          <a:xfrm>
            <a:off x="3108325" y="6378575"/>
            <a:ext cx="2925763" cy="342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defTabSz="4572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</a:pPr>
            <a:endParaRPr lang="en-US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1029" name="Text Box 5"/>
          <p:cNvSpPr txBox="1">
            <a:spLocks noChangeArrowheads="1"/>
          </p:cNvSpPr>
          <p:nvPr/>
        </p:nvSpPr>
        <p:spPr bwMode="auto">
          <a:xfrm>
            <a:off x="457200" y="6378575"/>
            <a:ext cx="2103438" cy="342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defTabSz="4572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</a:pPr>
            <a:endParaRPr lang="en-US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/>
          </p:nvPr>
        </p:nvSpPr>
        <p:spPr bwMode="auto">
          <a:xfrm>
            <a:off x="6583363" y="6378575"/>
            <a:ext cx="2101850" cy="341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r">
              <a:lnSpc>
                <a:spcPct val="100000"/>
              </a:lnSpc>
              <a:tabLst>
                <a:tab pos="457200" algn="l"/>
                <a:tab pos="914400" algn="l"/>
                <a:tab pos="1371600" algn="l"/>
                <a:tab pos="1828800" algn="l"/>
              </a:tabLst>
              <a:defRPr sz="1400">
                <a:solidFill>
                  <a:srgbClr val="B2B2B2"/>
                </a:solidFill>
                <a:latin typeface="Times New Roman" pitchFamily="16" charset="0"/>
                <a:ea typeface="DejaVu Sans" charset="0"/>
                <a:cs typeface="DejaVu Sans" charset="0"/>
              </a:defRPr>
            </a:lvl1pPr>
          </a:lstStyle>
          <a:p>
            <a:pPr defTabSz="45720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</a:pPr>
            <a:fld id="{F4BEB0E5-4031-4DDE-AE4F-E56076BD5D2B}" type="slidenum">
              <a:rPr lang="en-US"/>
              <a:pPr defTabSz="45720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buNone/>
              </a:pPr>
              <a:t>‹#›</a:t>
            </a:fld>
            <a:endParaRPr lang="en-US"/>
          </a:p>
        </p:txBody>
      </p:sp>
      <p:sp>
        <p:nvSpPr>
          <p:cNvPr id="1031" name="Rectangle 7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4963"/>
            <a:ext cx="8228013" cy="397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38862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the outline text format</a:t>
            </a:r>
          </a:p>
          <a:p>
            <a:pPr lvl="1"/>
            <a:r>
              <a:rPr lang="en-GB"/>
              <a:t>Second Outline Level</a:t>
            </a:r>
          </a:p>
          <a:p>
            <a:pPr lvl="2"/>
            <a:r>
              <a:rPr lang="en-GB"/>
              <a:t>Third Outline Level</a:t>
            </a:r>
          </a:p>
          <a:p>
            <a:pPr lvl="3"/>
            <a:r>
              <a:rPr lang="en-GB"/>
              <a:t>Fourth Outline Level</a:t>
            </a:r>
          </a:p>
          <a:p>
            <a:pPr lvl="4"/>
            <a:r>
              <a:rPr lang="en-GB"/>
              <a:t>Fifth Outline Level</a:t>
            </a:r>
          </a:p>
          <a:p>
            <a:pPr lvl="4"/>
            <a:r>
              <a:rPr lang="en-GB"/>
              <a:t>Sixth Outline Level</a:t>
            </a:r>
          </a:p>
          <a:p>
            <a:pPr lvl="4"/>
            <a:r>
              <a:rPr lang="en-GB"/>
              <a:t>Seventh Outline Level</a:t>
            </a:r>
          </a:p>
        </p:txBody>
      </p:sp>
    </p:spTree>
    <p:extLst>
      <p:ext uri="{BB962C8B-B14F-4D97-AF65-F5344CB8AC3E}">
        <p14:creationId xmlns:p14="http://schemas.microsoft.com/office/powerpoint/2010/main" val="32085868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457200" rtl="0" fontAlgn="base" hangingPunct="0">
        <a:lnSpc>
          <a:spcPct val="8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>
          <a:solidFill>
            <a:srgbClr val="000000"/>
          </a:solidFill>
          <a:latin typeface="+mj-lt"/>
          <a:ea typeface="+mj-ea"/>
          <a:cs typeface="+mj-cs"/>
        </a:defRPr>
      </a:lvl1pPr>
      <a:lvl2pPr marL="742950" indent="-285750" algn="ctr" defTabSz="457200" rtl="0" fontAlgn="base" hangingPunct="0">
        <a:lnSpc>
          <a:spcPct val="8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>
          <a:solidFill>
            <a:srgbClr val="000000"/>
          </a:solidFill>
          <a:latin typeface="Calibri" charset="0"/>
          <a:ea typeface="WenQuanYi Micro Hei" charset="0"/>
          <a:cs typeface="WenQuanYi Micro Hei" charset="0"/>
        </a:defRPr>
      </a:lvl2pPr>
      <a:lvl3pPr marL="1143000" indent="-228600" algn="ctr" defTabSz="457200" rtl="0" fontAlgn="base" hangingPunct="0">
        <a:lnSpc>
          <a:spcPct val="8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>
          <a:solidFill>
            <a:srgbClr val="000000"/>
          </a:solidFill>
          <a:latin typeface="Calibri" charset="0"/>
          <a:ea typeface="WenQuanYi Micro Hei" charset="0"/>
          <a:cs typeface="WenQuanYi Micro Hei" charset="0"/>
        </a:defRPr>
      </a:lvl3pPr>
      <a:lvl4pPr marL="1600200" indent="-228600" algn="ctr" defTabSz="457200" rtl="0" fontAlgn="base" hangingPunct="0">
        <a:lnSpc>
          <a:spcPct val="8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>
          <a:solidFill>
            <a:srgbClr val="000000"/>
          </a:solidFill>
          <a:latin typeface="Calibri" charset="0"/>
          <a:ea typeface="WenQuanYi Micro Hei" charset="0"/>
          <a:cs typeface="WenQuanYi Micro Hei" charset="0"/>
        </a:defRPr>
      </a:lvl4pPr>
      <a:lvl5pPr marL="2057400" indent="-228600" algn="ctr" defTabSz="457200" rtl="0" fontAlgn="base" hangingPunct="0">
        <a:lnSpc>
          <a:spcPct val="8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>
          <a:solidFill>
            <a:srgbClr val="000000"/>
          </a:solidFill>
          <a:latin typeface="Calibri" charset="0"/>
          <a:ea typeface="WenQuanYi Micro Hei" charset="0"/>
          <a:cs typeface="WenQuanYi Micro Hei" charset="0"/>
        </a:defRPr>
      </a:lvl5pPr>
      <a:lvl6pPr marL="2514600" indent="-228600" algn="ctr" defTabSz="457200" rtl="0" fontAlgn="base" hangingPunct="0">
        <a:lnSpc>
          <a:spcPct val="8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>
          <a:solidFill>
            <a:srgbClr val="000000"/>
          </a:solidFill>
          <a:latin typeface="Calibri" charset="0"/>
          <a:ea typeface="WenQuanYi Micro Hei" charset="0"/>
          <a:cs typeface="WenQuanYi Micro Hei" charset="0"/>
        </a:defRPr>
      </a:lvl6pPr>
      <a:lvl7pPr marL="2971800" indent="-228600" algn="ctr" defTabSz="457200" rtl="0" fontAlgn="base" hangingPunct="0">
        <a:lnSpc>
          <a:spcPct val="8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>
          <a:solidFill>
            <a:srgbClr val="000000"/>
          </a:solidFill>
          <a:latin typeface="Calibri" charset="0"/>
          <a:ea typeface="WenQuanYi Micro Hei" charset="0"/>
          <a:cs typeface="WenQuanYi Micro Hei" charset="0"/>
        </a:defRPr>
      </a:lvl7pPr>
      <a:lvl8pPr marL="3429000" indent="-228600" algn="ctr" defTabSz="457200" rtl="0" fontAlgn="base" hangingPunct="0">
        <a:lnSpc>
          <a:spcPct val="8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>
          <a:solidFill>
            <a:srgbClr val="000000"/>
          </a:solidFill>
          <a:latin typeface="Calibri" charset="0"/>
          <a:ea typeface="WenQuanYi Micro Hei" charset="0"/>
          <a:cs typeface="WenQuanYi Micro Hei" charset="0"/>
        </a:defRPr>
      </a:lvl8pPr>
      <a:lvl9pPr marL="3886200" indent="-228600" algn="ctr" defTabSz="457200" rtl="0" fontAlgn="base" hangingPunct="0">
        <a:lnSpc>
          <a:spcPct val="8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>
          <a:solidFill>
            <a:srgbClr val="000000"/>
          </a:solidFill>
          <a:latin typeface="Calibri" charset="0"/>
          <a:ea typeface="WenQuanYi Micro Hei" charset="0"/>
          <a:cs typeface="WenQuanYi Micro Hei" charset="0"/>
        </a:defRPr>
      </a:lvl9pPr>
    </p:titleStyle>
    <p:bodyStyle>
      <a:lvl1pPr marL="342900" indent="-342900" algn="l" defTabSz="457200" rtl="0" fontAlgn="base" hangingPunct="0">
        <a:lnSpc>
          <a:spcPct val="83000"/>
        </a:lnSpc>
        <a:spcBef>
          <a:spcPts val="1425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>
          <a:solidFill>
            <a:srgbClr val="000000"/>
          </a:solidFill>
          <a:latin typeface="+mn-lt"/>
          <a:ea typeface="+mn-ea"/>
          <a:cs typeface="+mn-cs"/>
        </a:defRPr>
      </a:lvl1pPr>
      <a:lvl2pPr marL="742950" indent="-285750" algn="l" defTabSz="457200" rtl="0" fontAlgn="base" hangingPunct="0">
        <a:lnSpc>
          <a:spcPct val="83000"/>
        </a:lnSpc>
        <a:spcBef>
          <a:spcPts val="1138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>
          <a:solidFill>
            <a:srgbClr val="000000"/>
          </a:solidFill>
          <a:latin typeface="+mn-lt"/>
          <a:ea typeface="+mn-ea"/>
          <a:cs typeface="+mn-cs"/>
        </a:defRPr>
      </a:lvl2pPr>
      <a:lvl3pPr marL="1143000" indent="-228600" algn="l" defTabSz="457200" rtl="0" fontAlgn="base" hangingPunct="0">
        <a:lnSpc>
          <a:spcPct val="83000"/>
        </a:lnSpc>
        <a:spcBef>
          <a:spcPts val="85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>
          <a:solidFill>
            <a:srgbClr val="000000"/>
          </a:solidFill>
          <a:latin typeface="+mn-lt"/>
          <a:ea typeface="+mn-ea"/>
          <a:cs typeface="+mn-cs"/>
        </a:defRPr>
      </a:lvl3pPr>
      <a:lvl4pPr marL="1600200" indent="-228600" algn="l" defTabSz="457200" rtl="0" fontAlgn="base" hangingPunct="0">
        <a:lnSpc>
          <a:spcPct val="83000"/>
        </a:lnSpc>
        <a:spcBef>
          <a:spcPts val="575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>
          <a:solidFill>
            <a:srgbClr val="000000"/>
          </a:solidFill>
          <a:latin typeface="+mn-lt"/>
          <a:ea typeface="+mn-ea"/>
          <a:cs typeface="+mn-cs"/>
        </a:defRPr>
      </a:lvl4pPr>
      <a:lvl5pPr marL="2057400" indent="-228600" algn="l" defTabSz="457200" rtl="0" fontAlgn="base" hangingPunct="0">
        <a:lnSpc>
          <a:spcPct val="83000"/>
        </a:lnSpc>
        <a:spcBef>
          <a:spcPts val="288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000000"/>
          </a:solidFill>
          <a:latin typeface="+mn-lt"/>
          <a:ea typeface="+mn-ea"/>
          <a:cs typeface="+mn-cs"/>
        </a:defRPr>
      </a:lvl5pPr>
      <a:lvl6pPr marL="2514600" indent="-228600" algn="l" defTabSz="457200" rtl="0" fontAlgn="base" hangingPunct="0">
        <a:lnSpc>
          <a:spcPct val="83000"/>
        </a:lnSpc>
        <a:spcBef>
          <a:spcPts val="288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000000"/>
          </a:solidFill>
          <a:latin typeface="+mn-lt"/>
          <a:ea typeface="+mn-ea"/>
          <a:cs typeface="+mn-cs"/>
        </a:defRPr>
      </a:lvl6pPr>
      <a:lvl7pPr marL="2971800" indent="-228600" algn="l" defTabSz="457200" rtl="0" fontAlgn="base" hangingPunct="0">
        <a:lnSpc>
          <a:spcPct val="83000"/>
        </a:lnSpc>
        <a:spcBef>
          <a:spcPts val="288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000000"/>
          </a:solidFill>
          <a:latin typeface="+mn-lt"/>
          <a:ea typeface="+mn-ea"/>
          <a:cs typeface="+mn-cs"/>
        </a:defRPr>
      </a:lvl7pPr>
      <a:lvl8pPr marL="3429000" indent="-228600" algn="l" defTabSz="457200" rtl="0" fontAlgn="base" hangingPunct="0">
        <a:lnSpc>
          <a:spcPct val="83000"/>
        </a:lnSpc>
        <a:spcBef>
          <a:spcPts val="288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000000"/>
          </a:solidFill>
          <a:latin typeface="+mn-lt"/>
          <a:ea typeface="+mn-ea"/>
          <a:cs typeface="+mn-cs"/>
        </a:defRPr>
      </a:lvl8pPr>
      <a:lvl9pPr marL="3886200" indent="-228600" algn="l" defTabSz="457200" rtl="0" fontAlgn="base" hangingPunct="0">
        <a:lnSpc>
          <a:spcPct val="83000"/>
        </a:lnSpc>
        <a:spcBef>
          <a:spcPts val="288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000000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56520C-F807-4154-B474-4600C3D9F438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10/7/2026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7C1F0C-BBB0-4903-BBC7-5DE8E4CA544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101447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56520C-F807-4154-B474-4600C3D9F438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10/7/2026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7C1F0C-BBB0-4903-BBC7-5DE8E4CA544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158306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56520C-F807-4154-B474-4600C3D9F438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10/7/2026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7C1F0C-BBB0-4903-BBC7-5DE8E4CA544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273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56520C-F807-4154-B474-4600C3D9F438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10/7/2026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7C1F0C-BBB0-4903-BBC7-5DE8E4CA544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412146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56520C-F807-4154-B474-4600C3D9F438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10/7/2026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7C1F0C-BBB0-4903-BBC7-5DE8E4CA544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865585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56520C-F807-4154-B474-4600C3D9F438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10/7/2026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7C1F0C-BBB0-4903-BBC7-5DE8E4CA544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651091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56520C-F807-4154-B474-4600C3D9F438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10/7/2026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7C1F0C-BBB0-4903-BBC7-5DE8E4CA544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065139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9" r:id="rId1"/>
    <p:sldLayoutId id="2147483770" r:id="rId2"/>
    <p:sldLayoutId id="2147483771" r:id="rId3"/>
    <p:sldLayoutId id="2147483772" r:id="rId4"/>
    <p:sldLayoutId id="2147483773" r:id="rId5"/>
    <p:sldLayoutId id="2147483774" r:id="rId6"/>
    <p:sldLayoutId id="2147483775" r:id="rId7"/>
    <p:sldLayoutId id="2147483776" r:id="rId8"/>
    <p:sldLayoutId id="2147483777" r:id="rId9"/>
    <p:sldLayoutId id="2147483778" r:id="rId10"/>
    <p:sldLayoutId id="214748377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56520C-F807-4154-B474-4600C3D9F438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10/7/2026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7C1F0C-BBB0-4903-BBC7-5DE8E4CA544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579534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1" r:id="rId1"/>
    <p:sldLayoutId id="2147483782" r:id="rId2"/>
    <p:sldLayoutId id="2147483783" r:id="rId3"/>
    <p:sldLayoutId id="2147483784" r:id="rId4"/>
    <p:sldLayoutId id="2147483785" r:id="rId5"/>
    <p:sldLayoutId id="2147483786" r:id="rId6"/>
    <p:sldLayoutId id="2147483787" r:id="rId7"/>
    <p:sldLayoutId id="2147483788" r:id="rId8"/>
    <p:sldLayoutId id="2147483789" r:id="rId9"/>
    <p:sldLayoutId id="2147483790" r:id="rId10"/>
    <p:sldLayoutId id="214748379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56520C-F807-4154-B474-4600C3D9F438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10/7/2026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7C1F0C-BBB0-4903-BBC7-5DE8E4CA544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244686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3" r:id="rId1"/>
    <p:sldLayoutId id="2147483794" r:id="rId2"/>
    <p:sldLayoutId id="2147483795" r:id="rId3"/>
    <p:sldLayoutId id="2147483796" r:id="rId4"/>
    <p:sldLayoutId id="2147483797" r:id="rId5"/>
    <p:sldLayoutId id="2147483798" r:id="rId6"/>
    <p:sldLayoutId id="2147483799" r:id="rId7"/>
    <p:sldLayoutId id="2147483800" r:id="rId8"/>
    <p:sldLayoutId id="2147483801" r:id="rId9"/>
    <p:sldLayoutId id="2147483802" r:id="rId10"/>
    <p:sldLayoutId id="2147483803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56520C-F807-4154-B474-4600C3D9F438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10/7/2026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7C1F0C-BBB0-4903-BBC7-5DE8E4CA544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502271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5" r:id="rId1"/>
    <p:sldLayoutId id="2147483806" r:id="rId2"/>
    <p:sldLayoutId id="2147483807" r:id="rId3"/>
    <p:sldLayoutId id="2147483808" r:id="rId4"/>
    <p:sldLayoutId id="2147483809" r:id="rId5"/>
    <p:sldLayoutId id="2147483810" r:id="rId6"/>
    <p:sldLayoutId id="2147483811" r:id="rId7"/>
    <p:sldLayoutId id="2147483812" r:id="rId8"/>
    <p:sldLayoutId id="2147483813" r:id="rId9"/>
    <p:sldLayoutId id="2147483814" r:id="rId10"/>
    <p:sldLayoutId id="2147483815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56520C-F807-4154-B474-4600C3D9F438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10/7/2026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7C1F0C-BBB0-4903-BBC7-5DE8E4CA544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062759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7" r:id="rId1"/>
    <p:sldLayoutId id="2147483818" r:id="rId2"/>
    <p:sldLayoutId id="2147483819" r:id="rId3"/>
    <p:sldLayoutId id="2147483820" r:id="rId4"/>
    <p:sldLayoutId id="2147483821" r:id="rId5"/>
    <p:sldLayoutId id="2147483822" r:id="rId6"/>
    <p:sldLayoutId id="2147483823" r:id="rId7"/>
    <p:sldLayoutId id="2147483824" r:id="rId8"/>
    <p:sldLayoutId id="2147483825" r:id="rId9"/>
    <p:sldLayoutId id="2147483826" r:id="rId10"/>
    <p:sldLayoutId id="2147483827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 /><Relationship Id="rId1" Type="http://schemas.openxmlformats.org/officeDocument/2006/relationships/slideLayout" Target="../slideLayouts/slideLayout2.xml" 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 /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2.xml" 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 /><Relationship Id="rId2" Type="http://schemas.openxmlformats.org/officeDocument/2006/relationships/notesSlide" Target="../notesSlides/notesSlide2.xml" /><Relationship Id="rId1" Type="http://schemas.openxmlformats.org/officeDocument/2006/relationships/slideLayout" Target="../slideLayouts/slideLayout2.xml" 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 /><Relationship Id="rId2" Type="http://schemas.openxmlformats.org/officeDocument/2006/relationships/notesSlide" Target="../notesSlides/notesSlide3.xml" /><Relationship Id="rId1" Type="http://schemas.openxmlformats.org/officeDocument/2006/relationships/slideLayout" Target="../slideLayouts/slideLayout13.xml" 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 /><Relationship Id="rId2" Type="http://schemas.openxmlformats.org/officeDocument/2006/relationships/notesSlide" Target="../notesSlides/notesSlide4.xml" /><Relationship Id="rId1" Type="http://schemas.openxmlformats.org/officeDocument/2006/relationships/slideLayout" Target="../slideLayouts/slideLayout13.xml" 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 /><Relationship Id="rId2" Type="http://schemas.openxmlformats.org/officeDocument/2006/relationships/notesSlide" Target="../notesSlides/notesSlide5.xml" /><Relationship Id="rId1" Type="http://schemas.openxmlformats.org/officeDocument/2006/relationships/slideLayout" Target="../slideLayouts/slideLayout24.xml" 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 /><Relationship Id="rId1" Type="http://schemas.openxmlformats.org/officeDocument/2006/relationships/slideLayout" Target="../slideLayouts/slideLayout46.xml" 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 /><Relationship Id="rId1" Type="http://schemas.openxmlformats.org/officeDocument/2006/relationships/slideLayout" Target="../slideLayouts/slideLayout35.xml" 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7.xml" 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8.xml" 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9.xml" 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 /><Relationship Id="rId1" Type="http://schemas.openxmlformats.org/officeDocument/2006/relationships/slideLayout" Target="../slideLayouts/slideLayout90.xml" 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1.xml" 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 /><Relationship Id="rId1" Type="http://schemas.openxmlformats.org/officeDocument/2006/relationships/slideLayout" Target="../slideLayouts/slideLayout119.xml" 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 /><Relationship Id="rId1" Type="http://schemas.openxmlformats.org/officeDocument/2006/relationships/slideLayout" Target="../slideLayouts/slideLayout125.xml" 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4.xml" 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5.xml" 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 /><Relationship Id="rId2" Type="http://schemas.openxmlformats.org/officeDocument/2006/relationships/image" Target="../media/image10.jpeg" /><Relationship Id="rId1" Type="http://schemas.openxmlformats.org/officeDocument/2006/relationships/slideLayout" Target="../slideLayouts/slideLayout4.xml" 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 /><Relationship Id="rId1" Type="http://schemas.openxmlformats.org/officeDocument/2006/relationships/slideLayout" Target="../slideLayouts/slideLayout7.xml" 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 /><Relationship Id="rId1" Type="http://schemas.openxmlformats.org/officeDocument/2006/relationships/slideLayout" Target="../slideLayouts/slideLayout2.xml" 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 /><Relationship Id="rId1" Type="http://schemas.openxmlformats.org/officeDocument/2006/relationships/slideLayout" Target="../slideLayouts/slideLayout2.xml" 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 /><Relationship Id="rId2" Type="http://schemas.openxmlformats.org/officeDocument/2006/relationships/image" Target="../media/image15.jpeg" /><Relationship Id="rId1" Type="http://schemas.openxmlformats.org/officeDocument/2006/relationships/slideLayout" Target="../slideLayouts/slideLayout7.xml" /><Relationship Id="rId4" Type="http://schemas.openxmlformats.org/officeDocument/2006/relationships/image" Target="../media/image17.jpeg" 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104776" y="1633538"/>
            <a:ext cx="8963024" cy="1139825"/>
          </a:xfrm>
        </p:spPr>
        <p:txBody>
          <a:bodyPr>
            <a:noAutofit/>
          </a:bodyPr>
          <a:lstStyle/>
          <a:p>
            <a:pPr>
              <a:defRPr/>
            </a:pPr>
            <a:endParaRPr lang="en-IN" sz="4000" b="1" dirty="0">
              <a:solidFill>
                <a:srgbClr val="FFFF00"/>
              </a:solidFill>
              <a:latin typeface="+mn-lt"/>
            </a:endParaRPr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381000" y="2819400"/>
            <a:ext cx="8229600" cy="685800"/>
          </a:xfrm>
        </p:spPr>
        <p:txBody>
          <a:bodyPr>
            <a:normAutofit/>
          </a:bodyPr>
          <a:lstStyle/>
          <a:p>
            <a:pPr marL="0" indent="0" algn="ctr">
              <a:buFont typeface="Wingdings" pitchFamily="2" charset="2"/>
              <a:buNone/>
              <a:defRPr/>
            </a:pPr>
            <a:endParaRPr lang="en-IN" sz="3600" b="1" dirty="0">
              <a:solidFill>
                <a:srgbClr val="FFFF00"/>
              </a:solidFill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53681" y="381000"/>
            <a:ext cx="808038" cy="110013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044955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rgbClr val="FF0000"/>
                </a:solidFill>
              </a:rPr>
              <a:t>LEARNING OUTCOMES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5135563"/>
          </a:xfrm>
        </p:spPr>
        <p:txBody>
          <a:bodyPr>
            <a:normAutofit fontScale="70000" lnSpcReduction="20000"/>
          </a:bodyPr>
          <a:lstStyle/>
          <a:p>
            <a:endParaRPr lang="en-IN" dirty="0"/>
          </a:p>
          <a:p>
            <a:r>
              <a:rPr lang="en-IN" dirty="0"/>
              <a:t>1.Students should know the various components of environment. </a:t>
            </a:r>
          </a:p>
          <a:p>
            <a:r>
              <a:rPr lang="en-IN" dirty="0"/>
              <a:t>2.Students should understand the concepts of food chain, food web, trophic level, ecological pyramids, ozone layer ozone hole etc.</a:t>
            </a:r>
          </a:p>
          <a:p>
            <a:r>
              <a:rPr lang="en-IN" dirty="0"/>
              <a:t>3.Students should able to identify the functions of different biotic components of an ecosystem.</a:t>
            </a:r>
          </a:p>
          <a:p>
            <a:r>
              <a:rPr lang="en-IN" dirty="0"/>
              <a:t>4.Students should be able to appreciate the relationship between the different trophic levels of food chain and significance of maintaining it.</a:t>
            </a:r>
          </a:p>
          <a:p>
            <a:r>
              <a:rPr lang="en-IN" dirty="0"/>
              <a:t>5.Students should develop love towards nature.</a:t>
            </a:r>
          </a:p>
          <a:p>
            <a:r>
              <a:rPr lang="en-IN" dirty="0"/>
              <a:t>6.Students should be able to develop effective techniques to dispose garbage.</a:t>
            </a:r>
          </a:p>
          <a:p>
            <a:r>
              <a:rPr lang="en-IN" dirty="0"/>
              <a:t>7.Students should realise their responsibility in protecting environment.</a:t>
            </a:r>
          </a:p>
          <a:p>
            <a:r>
              <a:rPr lang="en-IN" dirty="0"/>
              <a:t>8. They should understand the significance of protecting ozone layer etc.</a:t>
            </a:r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888389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28600"/>
            <a:ext cx="8229600" cy="6248400"/>
          </a:xfrm>
        </p:spPr>
        <p:txBody>
          <a:bodyPr>
            <a:noAutofit/>
          </a:bodyPr>
          <a:lstStyle/>
          <a:p>
            <a:r>
              <a:rPr lang="en-US" sz="3600" dirty="0"/>
              <a:t>Every organism have to depend other objects for one or other purpose for it’s successful survival.</a:t>
            </a:r>
          </a:p>
          <a:p>
            <a:r>
              <a:rPr lang="en-US" sz="3600" dirty="0"/>
              <a:t>An organism is surrounded by many things on earth. </a:t>
            </a:r>
          </a:p>
          <a:p>
            <a:r>
              <a:rPr lang="en-US" sz="3600" dirty="0"/>
              <a:t> With these things an organism interact in it’s daily life.</a:t>
            </a:r>
          </a:p>
          <a:p>
            <a:r>
              <a:rPr lang="en-US" sz="3600" dirty="0"/>
              <a:t>Thus all those things surrounding an organism , to which it interact is called </a:t>
            </a:r>
            <a:r>
              <a:rPr lang="en-US" sz="3600" dirty="0">
                <a:solidFill>
                  <a:schemeClr val="accent2"/>
                </a:solidFill>
              </a:rPr>
              <a:t>the environment </a:t>
            </a:r>
          </a:p>
        </p:txBody>
      </p:sp>
    </p:spTree>
    <p:extLst>
      <p:ext uri="{BB962C8B-B14F-4D97-AF65-F5344CB8AC3E}">
        <p14:creationId xmlns:p14="http://schemas.microsoft.com/office/powerpoint/2010/main" val="22169299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1" name="Picture 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10242" name="Rectangle 2"/>
          <p:cNvSpPr>
            <a:spLocks noChangeArrowheads="1"/>
          </p:cNvSpPr>
          <p:nvPr/>
        </p:nvSpPr>
        <p:spPr bwMode="auto">
          <a:xfrm>
            <a:off x="307975" y="106363"/>
            <a:ext cx="8256588" cy="52689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12600" rIns="0" bIns="0">
            <a:spAutoFit/>
          </a:bodyPr>
          <a:lstStyle/>
          <a:p>
            <a:pPr marL="12700" defTabSz="457200" fontAlgn="base" hangingPunct="0">
              <a:spcBef>
                <a:spcPts val="1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</a:pPr>
            <a:r>
              <a:rPr lang="en-US" sz="4800" b="1" dirty="0">
                <a:solidFill>
                  <a:srgbClr val="000000"/>
                </a:solidFill>
                <a:latin typeface="Tahoma" charset="0"/>
              </a:rPr>
              <a:t>Effect of adding waste to  the environment</a:t>
            </a:r>
          </a:p>
          <a:p>
            <a:pPr marL="430213" indent="-341313" defTabSz="457200" fontAlgn="base" hangingPunct="0">
              <a:spcBef>
                <a:spcPts val="1088"/>
              </a:spcBef>
              <a:spcAft>
                <a:spcPct val="0"/>
              </a:spcAft>
              <a:buClr>
                <a:srgbClr val="333399"/>
              </a:buClr>
              <a:buSzPct val="100000"/>
              <a:buFont typeface="Wingdings" charset="2"/>
              <a:buChar char="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</a:pPr>
            <a:r>
              <a:rPr lang="en-US" sz="4800" b="1" dirty="0">
                <a:solidFill>
                  <a:srgbClr val="000000"/>
                </a:solidFill>
                <a:latin typeface="Tahoma" charset="0"/>
              </a:rPr>
              <a:t>Human activities produce  a lot of waste materials  which are thrown away  into the environment.  These wastes cause</a:t>
            </a:r>
          </a:p>
        </p:txBody>
      </p:sp>
    </p:spTree>
    <p:extLst>
      <p:ext uri="{BB962C8B-B14F-4D97-AF65-F5344CB8AC3E}">
        <p14:creationId xmlns:p14="http://schemas.microsoft.com/office/powerpoint/2010/main" val="3544851049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5" name="Picture 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11266" name="Rectangle 2"/>
          <p:cNvSpPr>
            <a:spLocks noChangeArrowheads="1"/>
          </p:cNvSpPr>
          <p:nvPr/>
        </p:nvSpPr>
        <p:spPr bwMode="auto">
          <a:xfrm>
            <a:off x="231775" y="174625"/>
            <a:ext cx="8139113" cy="6232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12240" rIns="0" bIns="0">
            <a:spAutoFit/>
          </a:bodyPr>
          <a:lstStyle/>
          <a:p>
            <a:pPr marL="12700" defTabSz="457200" fontAlgn="base" hangingPunct="0">
              <a:lnSpc>
                <a:spcPct val="110000"/>
              </a:lnSpc>
              <a:spcBef>
                <a:spcPts val="1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</a:tabLst>
            </a:pPr>
            <a:r>
              <a:rPr lang="en-US" sz="5300" b="1" dirty="0">
                <a:solidFill>
                  <a:srgbClr val="000000"/>
                </a:solidFill>
                <a:latin typeface="Tahoma" charset="0"/>
              </a:rPr>
              <a:t>pollution of air, water  and soil. The waste  materials produced are  of two main types. They  are biodegradable  wastes and non  biodegradable wastes.</a:t>
            </a:r>
          </a:p>
        </p:txBody>
      </p:sp>
    </p:spTree>
    <p:extLst>
      <p:ext uri="{BB962C8B-B14F-4D97-AF65-F5344CB8AC3E}">
        <p14:creationId xmlns:p14="http://schemas.microsoft.com/office/powerpoint/2010/main" val="427922011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89" name="Picture 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12290" name="Rectangle 2"/>
          <p:cNvSpPr>
            <a:spLocks noChangeArrowheads="1"/>
          </p:cNvSpPr>
          <p:nvPr/>
        </p:nvSpPr>
        <p:spPr bwMode="auto">
          <a:xfrm>
            <a:off x="79375" y="30163"/>
            <a:ext cx="8628063" cy="6592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12600" rIns="0" bIns="0">
            <a:spAutoFit/>
          </a:bodyPr>
          <a:lstStyle/>
          <a:p>
            <a:pPr marL="12700" defTabSz="457200" fontAlgn="base" hangingPunct="0">
              <a:spcBef>
                <a:spcPts val="1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>
                <a:tab pos="2254250" algn="l"/>
                <a:tab pos="5081588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</a:pPr>
            <a:r>
              <a:rPr lang="en-US" sz="4800" b="1">
                <a:solidFill>
                  <a:srgbClr val="000000"/>
                </a:solidFill>
                <a:latin typeface="Tahoma" charset="0"/>
              </a:rPr>
              <a:t>i)Biodegradable	wastes: are  wastes which are  decomposed into harmless  substances by  microorganisms. E. g.  vegetables, fruits, pulses,  cereals, cotton, jute, wool,  wood,	leather, paper,  animal dung, animal bones</a:t>
            </a:r>
          </a:p>
        </p:txBody>
      </p:sp>
    </p:spTree>
    <p:extLst>
      <p:ext uri="{BB962C8B-B14F-4D97-AF65-F5344CB8AC3E}">
        <p14:creationId xmlns:p14="http://schemas.microsoft.com/office/powerpoint/2010/main" val="2203067987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313" name="Group 1"/>
          <p:cNvGrpSpPr>
            <a:grpSpLocks/>
          </p:cNvGrpSpPr>
          <p:nvPr/>
        </p:nvGrpSpPr>
        <p:grpSpPr bwMode="auto">
          <a:xfrm>
            <a:off x="0" y="0"/>
            <a:ext cx="9142413" cy="6856413"/>
            <a:chOff x="0" y="0"/>
            <a:chExt cx="5759" cy="4319"/>
          </a:xfrm>
        </p:grpSpPr>
        <p:pic>
          <p:nvPicPr>
            <p:cNvPr id="13314" name="Picture 2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0"/>
              <a:ext cx="5759" cy="431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blipFill dpi="0" rotWithShape="0">
                    <a:blip/>
                    <a:srcRect/>
                    <a:stretch>
                      <a:fillRect/>
                    </a:stretch>
                  </a:blipFill>
                </a14:hiddenFill>
              </a:ext>
              <a:ext uri="{91240B29-F687-4F45-9708-019B960494DF}">
                <a14:hiddenLine xmlns:a14="http://schemas.microsoft.com/office/drawing/2010/main" w="9525" cap="flat">
                  <a:solidFill>
                    <a:srgbClr val="3465A4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13315" name="AutoShape 3"/>
            <p:cNvSpPr>
              <a:spLocks noChangeArrowheads="1"/>
            </p:cNvSpPr>
            <p:nvPr/>
          </p:nvSpPr>
          <p:spPr bwMode="auto">
            <a:xfrm>
              <a:off x="418" y="728"/>
              <a:ext cx="3957" cy="451"/>
            </a:xfrm>
            <a:custGeom>
              <a:avLst/>
              <a:gdLst>
                <a:gd name="G0" fmla="+- 17455 0 0"/>
                <a:gd name="G1" fmla="+- 1995 0 0"/>
              </a:gdLst>
              <a:ahLst/>
              <a:cxnLst>
                <a:cxn ang="0">
                  <a:pos x="r" y="vc"/>
                </a:cxn>
                <a:cxn ang="5400000">
                  <a:pos x="hc" y="b"/>
                </a:cxn>
                <a:cxn ang="10800000">
                  <a:pos x="l" y="vc"/>
                </a:cxn>
                <a:cxn ang="16200000">
                  <a:pos x="hc" y="t"/>
                </a:cxn>
              </a:cxnLst>
              <a:rect l="0" t="0" r="0" b="0"/>
              <a:pathLst>
                <a:path>
                  <a:moveTo>
                    <a:pt x="2150351" y="658368"/>
                  </a:moveTo>
                  <a:lnTo>
                    <a:pt x="0" y="658368"/>
                  </a:lnTo>
                  <a:lnTo>
                    <a:pt x="0" y="717804"/>
                  </a:lnTo>
                  <a:lnTo>
                    <a:pt x="2150351" y="717804"/>
                  </a:lnTo>
                  <a:lnTo>
                    <a:pt x="2150351" y="658368"/>
                  </a:lnTo>
                  <a:close/>
                </a:path>
                <a:path>
                  <a:moveTo>
                    <a:pt x="6283452" y="0"/>
                  </a:moveTo>
                  <a:lnTo>
                    <a:pt x="481584" y="0"/>
                  </a:lnTo>
                  <a:lnTo>
                    <a:pt x="481584" y="59436"/>
                  </a:lnTo>
                  <a:lnTo>
                    <a:pt x="6283452" y="59436"/>
                  </a:lnTo>
                  <a:lnTo>
                    <a:pt x="6283452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3465A4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4572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buNone/>
              </a:pPr>
              <a:endParaRPr lang="en-US">
                <a:solidFill>
                  <a:srgbClr val="000000"/>
                </a:solidFill>
                <a:latin typeface="Arial" charset="0"/>
              </a:endParaRPr>
            </a:p>
          </p:txBody>
        </p:sp>
      </p:grpSp>
      <p:sp>
        <p:nvSpPr>
          <p:cNvPr id="13316" name="Rectangle 4"/>
          <p:cNvSpPr>
            <a:spLocks noChangeArrowheads="1"/>
          </p:cNvSpPr>
          <p:nvPr/>
        </p:nvSpPr>
        <p:spPr bwMode="auto">
          <a:xfrm>
            <a:off x="307975" y="490538"/>
            <a:ext cx="8701088" cy="60055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85680" rIns="0" bIns="0">
            <a:spAutoFit/>
          </a:bodyPr>
          <a:lstStyle/>
          <a:p>
            <a:pPr marL="355600" indent="-341313" defTabSz="457200" fontAlgn="base" hangingPunct="0">
              <a:lnSpc>
                <a:spcPct val="90000"/>
              </a:lnSpc>
              <a:spcBef>
                <a:spcPts val="67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>
                <a:tab pos="35560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</a:tabLst>
            </a:pPr>
            <a:r>
              <a:rPr lang="en-US" sz="4800" b="1">
                <a:solidFill>
                  <a:srgbClr val="000000"/>
                </a:solidFill>
                <a:latin typeface="Tahoma" charset="0"/>
              </a:rPr>
              <a:t>ii) Non biodegradable  wastes :- are wastes which  are not decomposed by  microorganisms. E. g.  polythene bags, plastics,  synthetic fibres, glass,  metals, synthetic rubber,  insecticides, pesticides</a:t>
            </a:r>
          </a:p>
          <a:p>
            <a:pPr marL="355600" indent="-341313" defTabSz="457200" fontAlgn="base" hangingPunct="0">
              <a:lnSpc>
                <a:spcPts val="5175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>
                <a:tab pos="35560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</a:tabLst>
            </a:pPr>
            <a:r>
              <a:rPr lang="en-US" sz="4800" b="1">
                <a:solidFill>
                  <a:srgbClr val="000000"/>
                </a:solidFill>
                <a:latin typeface="Tahoma" charset="0"/>
              </a:rPr>
              <a:t>etc.</a:t>
            </a:r>
          </a:p>
        </p:txBody>
      </p:sp>
    </p:spTree>
    <p:extLst>
      <p:ext uri="{BB962C8B-B14F-4D97-AF65-F5344CB8AC3E}">
        <p14:creationId xmlns:p14="http://schemas.microsoft.com/office/powerpoint/2010/main" val="272411918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7" name="Picture 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1433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417638" y="3687763"/>
            <a:ext cx="6992937" cy="2481262"/>
          </a:xfrm>
          <a:ln/>
        </p:spPr>
        <p:txBody>
          <a:bodyPr tIns="12600"/>
          <a:lstStyle/>
          <a:p>
            <a:pPr marL="12700" indent="-1588">
              <a:lnSpc>
                <a:spcPct val="100000"/>
              </a:lnSpc>
              <a:spcBef>
                <a:spcPts val="100"/>
              </a:spcBef>
              <a:tabLst>
                <a:tab pos="1270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</a:tabLst>
            </a:pPr>
            <a:r>
              <a:rPr lang="en-US" sz="5400" b="1" dirty="0">
                <a:solidFill>
                  <a:srgbClr val="C00000"/>
                </a:solidFill>
                <a:latin typeface="Tahoma" charset="0"/>
              </a:rPr>
              <a:t>Sub-Concept 15.2  Eco-system – What  are its components?</a:t>
            </a:r>
          </a:p>
        </p:txBody>
      </p:sp>
    </p:spTree>
    <p:extLst>
      <p:ext uri="{BB962C8B-B14F-4D97-AF65-F5344CB8AC3E}">
        <p14:creationId xmlns:p14="http://schemas.microsoft.com/office/powerpoint/2010/main" val="2875122903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5135563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002060"/>
                </a:solidFill>
              </a:rPr>
              <a:t>All organisms such as plants, animals, micro organisms and human beings as well as the physical surroundings interact with each other</a:t>
            </a:r>
          </a:p>
          <a:p>
            <a:r>
              <a:rPr lang="en-US" dirty="0">
                <a:solidFill>
                  <a:srgbClr val="002060"/>
                </a:solidFill>
              </a:rPr>
              <a:t> All the interacting organisms in an area together with the non-living  constituents of the environment form an </a:t>
            </a:r>
            <a:r>
              <a:rPr lang="en-US" dirty="0">
                <a:solidFill>
                  <a:schemeClr val="accent2"/>
                </a:solidFill>
              </a:rPr>
              <a:t>ecosystem.</a:t>
            </a:r>
          </a:p>
          <a:p>
            <a:r>
              <a:rPr lang="en-US" dirty="0">
                <a:solidFill>
                  <a:srgbClr val="002060"/>
                </a:solidFill>
              </a:rPr>
              <a:t>The components of an ecosystem can be placed under two groups, they are </a:t>
            </a:r>
            <a:r>
              <a:rPr lang="en-US" dirty="0">
                <a:solidFill>
                  <a:schemeClr val="accent2"/>
                </a:solidFill>
              </a:rPr>
              <a:t>biotic (living) and abiotic ( non living) </a:t>
            </a:r>
            <a:r>
              <a:rPr lang="en-US" dirty="0">
                <a:solidFill>
                  <a:srgbClr val="002060"/>
                </a:solidFill>
              </a:rPr>
              <a:t>components. </a:t>
            </a:r>
          </a:p>
        </p:txBody>
      </p:sp>
    </p:spTree>
    <p:extLst>
      <p:ext uri="{BB962C8B-B14F-4D97-AF65-F5344CB8AC3E}">
        <p14:creationId xmlns:p14="http://schemas.microsoft.com/office/powerpoint/2010/main" val="37930097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85800"/>
            <a:ext cx="8229600" cy="5440363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1026" name="Picture 2" descr="C:\Users\WIN-7\Desktop\pond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457200"/>
            <a:ext cx="8305800" cy="6019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96587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solidFill>
                  <a:srgbClr val="000099"/>
                </a:solidFill>
              </a:rPr>
              <a:t>COMPONENTS OF ECOSYSTEM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1026" name="Picture 2" descr="C:\Users\WIN-7\Desktop\components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1295400"/>
            <a:ext cx="8458200" cy="4876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745388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mph" presetSubtype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6" dur="indefinite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7" dur="indefinite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28600"/>
            <a:ext cx="8229600" cy="6248400"/>
          </a:xfrm>
        </p:spPr>
        <p:txBody>
          <a:bodyPr>
            <a:noAutofit/>
          </a:bodyPr>
          <a:lstStyle/>
          <a:p>
            <a:r>
              <a:rPr lang="en-US" sz="3600" dirty="0">
                <a:solidFill>
                  <a:srgbClr val="1C1C1C"/>
                </a:solidFill>
              </a:rPr>
              <a:t>Biotic components of the ecosystem can be sub divided in to different groups </a:t>
            </a:r>
          </a:p>
          <a:p>
            <a:r>
              <a:rPr lang="en-US" sz="3600" dirty="0">
                <a:solidFill>
                  <a:srgbClr val="1C1C1C"/>
                </a:solidFill>
              </a:rPr>
              <a:t>1.</a:t>
            </a:r>
            <a:r>
              <a:rPr lang="en-US" sz="3600" dirty="0">
                <a:solidFill>
                  <a:schemeClr val="accent2"/>
                </a:solidFill>
              </a:rPr>
              <a:t>Producers</a:t>
            </a:r>
            <a:r>
              <a:rPr lang="en-US" sz="3600" dirty="0">
                <a:solidFill>
                  <a:srgbClr val="1C1C1C"/>
                </a:solidFill>
              </a:rPr>
              <a:t>: these are the organisms that are able to prepare their food. Eg.all  green plants and certain bacteria as they contain photosynthetic pigments.</a:t>
            </a:r>
          </a:p>
          <a:p>
            <a:r>
              <a:rPr lang="en-US" sz="3600" dirty="0">
                <a:solidFill>
                  <a:srgbClr val="1C1C1C"/>
                </a:solidFill>
              </a:rPr>
              <a:t>2. </a:t>
            </a:r>
            <a:r>
              <a:rPr lang="en-US" sz="3600" dirty="0">
                <a:solidFill>
                  <a:schemeClr val="accent2"/>
                </a:solidFill>
              </a:rPr>
              <a:t>Consumers</a:t>
            </a:r>
            <a:r>
              <a:rPr lang="en-US" sz="3600" dirty="0">
                <a:solidFill>
                  <a:srgbClr val="1C1C1C"/>
                </a:solidFill>
              </a:rPr>
              <a:t> : these are the organisms that consume food produced  either directly from producers or indirectly by feeding on other consumers. Eg. Leaf insect, deer, Fox  etc.</a:t>
            </a:r>
          </a:p>
        </p:txBody>
      </p:sp>
    </p:spTree>
    <p:extLst>
      <p:ext uri="{BB962C8B-B14F-4D97-AF65-F5344CB8AC3E}">
        <p14:creationId xmlns:p14="http://schemas.microsoft.com/office/powerpoint/2010/main" val="31991603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6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set>
                                      <p:cBhvr>
                                        <p:cTn id="9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4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set>
                                      <p:cBhvr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4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set>
                                      <p:cBhvr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28600"/>
            <a:ext cx="8229600" cy="6248400"/>
          </a:xfrm>
        </p:spPr>
        <p:txBody>
          <a:bodyPr>
            <a:normAutofit fontScale="92500"/>
          </a:bodyPr>
          <a:lstStyle/>
          <a:p>
            <a:r>
              <a:rPr lang="en-US" dirty="0"/>
              <a:t>Consumers can be further classified </a:t>
            </a:r>
            <a:r>
              <a:rPr lang="en-US" dirty="0">
                <a:solidFill>
                  <a:schemeClr val="accent3"/>
                </a:solidFill>
              </a:rPr>
              <a:t>as primary consumers (herbivores), secondary consumers (carnivores), omnivores and parasites.</a:t>
            </a:r>
          </a:p>
          <a:p>
            <a:r>
              <a:rPr lang="en-US" dirty="0"/>
              <a:t>Herbivores eat directly on plant materials , </a:t>
            </a:r>
            <a:r>
              <a:rPr lang="en-US" dirty="0" err="1"/>
              <a:t>eg</a:t>
            </a:r>
            <a:r>
              <a:rPr lang="en-US" dirty="0"/>
              <a:t>. Parrot, deer, cow etc.</a:t>
            </a:r>
          </a:p>
          <a:p>
            <a:r>
              <a:rPr lang="en-US" dirty="0"/>
              <a:t>Carnivores eat on other animals, </a:t>
            </a:r>
            <a:r>
              <a:rPr lang="en-US" dirty="0" err="1"/>
              <a:t>eg</a:t>
            </a:r>
            <a:r>
              <a:rPr lang="en-US" dirty="0"/>
              <a:t>. Fox, tiger etc. </a:t>
            </a:r>
          </a:p>
          <a:p>
            <a:r>
              <a:rPr lang="en-US" dirty="0"/>
              <a:t>Omnivores eat both plant and animal matter, </a:t>
            </a:r>
            <a:r>
              <a:rPr lang="en-US" dirty="0" err="1"/>
              <a:t>eg</a:t>
            </a:r>
            <a:r>
              <a:rPr lang="en-US" dirty="0"/>
              <a:t>. crow, Cat etc.</a:t>
            </a:r>
          </a:p>
          <a:p>
            <a:r>
              <a:rPr lang="en-US" dirty="0"/>
              <a:t>Parasites  are those animals  that live inside or outside the body of other organisms and get food from them  </a:t>
            </a:r>
            <a:r>
              <a:rPr lang="en-US" dirty="0" err="1"/>
              <a:t>eg</a:t>
            </a:r>
            <a:r>
              <a:rPr lang="en-US" dirty="0"/>
              <a:t>. Tape worm, Round worm  etc. </a:t>
            </a:r>
          </a:p>
        </p:txBody>
      </p:sp>
    </p:spTree>
    <p:extLst>
      <p:ext uri="{BB962C8B-B14F-4D97-AF65-F5344CB8AC3E}">
        <p14:creationId xmlns:p14="http://schemas.microsoft.com/office/powerpoint/2010/main" val="26867048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6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set>
                                      <p:cBhvr>
                                        <p:cTn id="9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4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set>
                                      <p:cBhvr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4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set>
                                      <p:cBhvr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4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set>
                                      <p:cBhvr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4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set>
                                      <p:cBhvr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57200"/>
            <a:ext cx="8229600" cy="5668963"/>
          </a:xfrm>
        </p:spPr>
        <p:txBody>
          <a:bodyPr>
            <a:normAutofit fontScale="92500" lnSpcReduction="10000"/>
          </a:bodyPr>
          <a:lstStyle/>
          <a:p>
            <a:r>
              <a:rPr lang="en-US" sz="3600" dirty="0"/>
              <a:t>As a part of biotic components there are micro organisms in every ecosystem. </a:t>
            </a:r>
          </a:p>
          <a:p>
            <a:r>
              <a:rPr lang="en-US" sz="3600" dirty="0"/>
              <a:t>Microbes, bacteria and fungi break down the dead remains and waste products of organisms.</a:t>
            </a:r>
          </a:p>
          <a:p>
            <a:r>
              <a:rPr lang="en-US" sz="3600" dirty="0"/>
              <a:t>These micro organisms are the </a:t>
            </a:r>
            <a:r>
              <a:rPr lang="en-US" sz="3600" dirty="0">
                <a:solidFill>
                  <a:schemeClr val="accent2"/>
                </a:solidFill>
              </a:rPr>
              <a:t>decomposers </a:t>
            </a:r>
            <a:r>
              <a:rPr lang="en-US" sz="3600" dirty="0"/>
              <a:t>as they break down the complex organic substances into simple inorganic substances that go into the soil and used up by plants</a:t>
            </a:r>
          </a:p>
          <a:p>
            <a:r>
              <a:rPr lang="en-US" sz="3600" dirty="0"/>
              <a:t>This helps in the replenishment of soil nutrients.</a:t>
            </a:r>
          </a:p>
        </p:txBody>
      </p:sp>
    </p:spTree>
    <p:extLst>
      <p:ext uri="{BB962C8B-B14F-4D97-AF65-F5344CB8AC3E}">
        <p14:creationId xmlns:p14="http://schemas.microsoft.com/office/powerpoint/2010/main" val="28823003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800000"/>
                </a:solidFill>
              </a:rPr>
              <a:t>Action of decomposer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1026" name="Picture 2" descr="C:\Users\WIN-7\Desktop\decomposer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1371600"/>
            <a:ext cx="8610599" cy="5257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636305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" dur="500" tmFilter="0, 0; .2, .5; .8, .5; 1, 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4" dur="250" autoRev="1" fill="hold"/>
                                        <p:tgtEl>
                                          <p:spTgt spid="102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44562"/>
          </a:xfrm>
        </p:spPr>
        <p:txBody>
          <a:bodyPr/>
          <a:lstStyle/>
          <a:p>
            <a:r>
              <a:rPr lang="en-US" dirty="0"/>
              <a:t>FOOD CHAINS AND FOOD WEBS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4830763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In an ecosystem we can see that one organism feed on another. Eg. Ina garden grass is eaten by grass hopper, frog eats grass hopper, snake eat frog like that.</a:t>
            </a:r>
          </a:p>
          <a:p>
            <a:r>
              <a:rPr lang="en-US" dirty="0">
                <a:solidFill>
                  <a:schemeClr val="accent2"/>
                </a:solidFill>
              </a:rPr>
              <a:t>Grass----&gt; grass hopper---</a:t>
            </a:r>
            <a:r>
              <a:rPr lang="en-US" dirty="0">
                <a:solidFill>
                  <a:schemeClr val="accent2"/>
                </a:solidFill>
                <a:sym typeface="Wingdings" pitchFamily="2" charset="2"/>
              </a:rPr>
              <a:t>&gt; frog-----&gt; snake</a:t>
            </a:r>
            <a:endParaRPr lang="en-US" dirty="0">
              <a:solidFill>
                <a:schemeClr val="accent2"/>
              </a:solidFill>
            </a:endParaRPr>
          </a:p>
          <a:p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This series of organisms feeding on one another form a food chain.</a:t>
            </a:r>
          </a:p>
          <a:p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Each step or level of the food chain forms a </a:t>
            </a:r>
            <a:r>
              <a:rPr lang="en-US" dirty="0">
                <a:solidFill>
                  <a:schemeClr val="accent2"/>
                </a:solidFill>
              </a:rPr>
              <a:t>trophic level</a:t>
            </a:r>
          </a:p>
        </p:txBody>
      </p:sp>
    </p:spTree>
    <p:extLst>
      <p:ext uri="{BB962C8B-B14F-4D97-AF65-F5344CB8AC3E}">
        <p14:creationId xmlns:p14="http://schemas.microsoft.com/office/powerpoint/2010/main" val="258254318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9800" y="5181600"/>
            <a:ext cx="4876800" cy="609600"/>
          </a:xfrm>
        </p:spPr>
        <p:txBody>
          <a:bodyPr>
            <a:normAutofit/>
          </a:bodyPr>
          <a:lstStyle/>
          <a:p>
            <a:pPr algn="ctr"/>
            <a:r>
              <a:rPr lang="en-US" sz="3200" dirty="0">
                <a:solidFill>
                  <a:srgbClr val="800000"/>
                </a:solidFill>
              </a:rPr>
              <a:t>FOOD CHAIN</a:t>
            </a:r>
          </a:p>
        </p:txBody>
      </p:sp>
      <p:pic>
        <p:nvPicPr>
          <p:cNvPr id="3074" name="Picture 2" descr="C:\Users\WIN-7\Desktop\IMG20200626172702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9800" y="304800"/>
            <a:ext cx="4572000" cy="457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008885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" dur="500" tmFilter="0, 0; .2, .5; .8, .5; 1, 0"/>
                                        <p:tgtEl>
                                          <p:spTgt spid="307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4" dur="250" autoRev="1" fill="hold"/>
                                        <p:tgtEl>
                                          <p:spTgt spid="307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371600"/>
            <a:ext cx="4038600" cy="4754563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Autotrophs or the the producers are the first trophic level.</a:t>
            </a:r>
          </a:p>
          <a:p>
            <a:r>
              <a:rPr lang="en-US" dirty="0"/>
              <a:t>Herbivores or the primary consumers come at the second level.</a:t>
            </a:r>
          </a:p>
          <a:p>
            <a:r>
              <a:rPr lang="en-US" dirty="0"/>
              <a:t>Small carnivores or the secondary consumers  at the third  level.</a:t>
            </a:r>
          </a:p>
          <a:p>
            <a:r>
              <a:rPr lang="en-US" dirty="0"/>
              <a:t> Larger carnivores or the tertiary consumers form the fourth trophic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10000"/>
          </a:bodyPr>
          <a:lstStyle/>
          <a:p>
            <a:endParaRPr lang="en-US" dirty="0"/>
          </a:p>
        </p:txBody>
      </p:sp>
      <p:pic>
        <p:nvPicPr>
          <p:cNvPr id="1026" name="Picture 2" descr="C:\Users\WIN-7\Desktop\IMG_20200627_155116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1371600"/>
            <a:ext cx="4191000" cy="4876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101616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" dur="500" tmFilter="0, 0; .2, .5; .8, .5; 1, 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3" dur="250" autoRev="1" fill="hold"/>
                                        <p:tgtEl>
                                          <p:spTgt spid="102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44562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rgbClr val="CC0000"/>
                </a:solidFill>
              </a:rPr>
              <a:t>ENERGY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4906963"/>
          </a:xfrm>
        </p:spPr>
        <p:txBody>
          <a:bodyPr>
            <a:normAutofit lnSpcReduction="10000"/>
          </a:bodyPr>
          <a:lstStyle/>
          <a:p>
            <a:r>
              <a:rPr lang="en-US" dirty="0"/>
              <a:t>The interactions among various components of the environment involves flow of energy from one component of the system to another </a:t>
            </a:r>
          </a:p>
          <a:p>
            <a:r>
              <a:rPr lang="en-US" dirty="0"/>
              <a:t>The autotrophs capture the energy present in sunlight and convert it in to chemical energy.</a:t>
            </a:r>
          </a:p>
          <a:p>
            <a:r>
              <a:rPr lang="en-US" dirty="0"/>
              <a:t> From autotrophs energy goes to the heterotrophs and decomposers. When one form of energy is changed to another , some energy is lost to the environment in the forms which cannot be used again.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26693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12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57200"/>
            <a:ext cx="8229600" cy="6019800"/>
          </a:xfrm>
        </p:spPr>
        <p:txBody>
          <a:bodyPr>
            <a:normAutofit fontScale="92500" lnSpcReduction="10000"/>
          </a:bodyPr>
          <a:lstStyle/>
          <a:p>
            <a:r>
              <a:rPr lang="en-US" dirty="0">
                <a:solidFill>
                  <a:srgbClr val="000066"/>
                </a:solidFill>
              </a:rPr>
              <a:t>The flow of energy between various components of the environment follow the following conditions</a:t>
            </a:r>
          </a:p>
          <a:p>
            <a:pPr>
              <a:buFont typeface="Wingdings" pitchFamily="2" charset="2"/>
              <a:buChar char="Ø"/>
            </a:pPr>
            <a:r>
              <a:rPr lang="en-US" dirty="0">
                <a:solidFill>
                  <a:srgbClr val="000066"/>
                </a:solidFill>
              </a:rPr>
              <a:t>The green plants capture about 1% of the energy of sunlight that falls on their leaves and convert it in to chemical energy.</a:t>
            </a:r>
          </a:p>
          <a:p>
            <a:pPr>
              <a:buFont typeface="Wingdings" pitchFamily="2" charset="2"/>
              <a:buChar char="Ø"/>
            </a:pPr>
            <a:r>
              <a:rPr lang="en-US" dirty="0">
                <a:solidFill>
                  <a:srgbClr val="000066"/>
                </a:solidFill>
              </a:rPr>
              <a:t>When green plants are eaten by primary consumers, a lot of energy is </a:t>
            </a:r>
            <a:r>
              <a:rPr lang="en-US" dirty="0">
                <a:solidFill>
                  <a:schemeClr val="accent2"/>
                </a:solidFill>
              </a:rPr>
              <a:t>lost as heat </a:t>
            </a:r>
            <a:r>
              <a:rPr lang="en-US" dirty="0">
                <a:solidFill>
                  <a:srgbClr val="000066"/>
                </a:solidFill>
              </a:rPr>
              <a:t>to the environment  some amount goes in to doing work and rest goes towards growth and reproduction. </a:t>
            </a:r>
            <a:r>
              <a:rPr lang="en-US" dirty="0">
                <a:solidFill>
                  <a:schemeClr val="accent2"/>
                </a:solidFill>
              </a:rPr>
              <a:t>An average 10%of the food eaten is turned in to it’s own body </a:t>
            </a:r>
            <a:r>
              <a:rPr lang="en-US" dirty="0">
                <a:solidFill>
                  <a:srgbClr val="000066"/>
                </a:solidFill>
              </a:rPr>
              <a:t>and made available for the next level of consumers.</a:t>
            </a:r>
          </a:p>
        </p:txBody>
      </p:sp>
    </p:spTree>
    <p:extLst>
      <p:ext uri="{BB962C8B-B14F-4D97-AF65-F5344CB8AC3E}">
        <p14:creationId xmlns:p14="http://schemas.microsoft.com/office/powerpoint/2010/main" val="19658196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6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set>
                                      <p:cBhvr>
                                        <p:cTn id="9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4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set>
                                      <p:cBhvr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4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set>
                                      <p:cBhvr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81000"/>
            <a:ext cx="8229600" cy="6019800"/>
          </a:xfrm>
        </p:spPr>
        <p:txBody>
          <a:bodyPr>
            <a:normAutofit fontScale="92500" lnSpcReduction="20000"/>
          </a:bodyPr>
          <a:lstStyle/>
          <a:p>
            <a:pPr>
              <a:buFont typeface="Wingdings" pitchFamily="2" charset="2"/>
              <a:buChar char="Ø"/>
            </a:pPr>
            <a:r>
              <a:rPr lang="en-US" dirty="0">
                <a:solidFill>
                  <a:srgbClr val="333300"/>
                </a:solidFill>
              </a:rPr>
              <a:t>Therefore , </a:t>
            </a:r>
            <a:r>
              <a:rPr lang="en-US" dirty="0">
                <a:solidFill>
                  <a:schemeClr val="accent2"/>
                </a:solidFill>
              </a:rPr>
              <a:t>10% can be taken as the average </a:t>
            </a:r>
            <a:r>
              <a:rPr lang="en-US" dirty="0">
                <a:solidFill>
                  <a:srgbClr val="333300"/>
                </a:solidFill>
              </a:rPr>
              <a:t>value for the amount of organic matter that is present at each step and reaches the next level of consumers.</a:t>
            </a:r>
          </a:p>
          <a:p>
            <a:pPr>
              <a:buFont typeface="Wingdings" pitchFamily="2" charset="2"/>
              <a:buChar char="Ø"/>
            </a:pPr>
            <a:r>
              <a:rPr lang="en-US" dirty="0">
                <a:solidFill>
                  <a:srgbClr val="333300"/>
                </a:solidFill>
              </a:rPr>
              <a:t>Since little energy is available for the next level of consumers, food chain generally consists of only </a:t>
            </a:r>
            <a:r>
              <a:rPr lang="en-US" dirty="0">
                <a:solidFill>
                  <a:schemeClr val="accent2"/>
                </a:solidFill>
              </a:rPr>
              <a:t>three or four steps</a:t>
            </a:r>
            <a:r>
              <a:rPr lang="en-US" dirty="0">
                <a:solidFill>
                  <a:srgbClr val="333300"/>
                </a:solidFill>
              </a:rPr>
              <a:t>.</a:t>
            </a:r>
          </a:p>
          <a:p>
            <a:pPr>
              <a:buFont typeface="Wingdings" pitchFamily="2" charset="2"/>
              <a:buChar char="Ø"/>
            </a:pPr>
            <a:r>
              <a:rPr lang="en-US" dirty="0">
                <a:solidFill>
                  <a:srgbClr val="333300"/>
                </a:solidFill>
              </a:rPr>
              <a:t>There are generally </a:t>
            </a:r>
            <a:r>
              <a:rPr lang="en-US" dirty="0">
                <a:solidFill>
                  <a:schemeClr val="accent2"/>
                </a:solidFill>
              </a:rPr>
              <a:t>greater number of individuals at at the lower trophic levels </a:t>
            </a:r>
            <a:r>
              <a:rPr lang="en-US" dirty="0">
                <a:solidFill>
                  <a:srgbClr val="333300"/>
                </a:solidFill>
              </a:rPr>
              <a:t>of an ecosystem.</a:t>
            </a:r>
          </a:p>
          <a:p>
            <a:pPr>
              <a:buFont typeface="Wingdings" pitchFamily="2" charset="2"/>
              <a:buChar char="Ø"/>
            </a:pPr>
            <a:r>
              <a:rPr lang="en-US" dirty="0">
                <a:solidFill>
                  <a:srgbClr val="333300"/>
                </a:solidFill>
              </a:rPr>
              <a:t>The length and complexity of food chains vary greatly. </a:t>
            </a:r>
            <a:r>
              <a:rPr lang="en-US" dirty="0">
                <a:solidFill>
                  <a:schemeClr val="accent2"/>
                </a:solidFill>
              </a:rPr>
              <a:t>Each organism is generally eaten by several other organisms</a:t>
            </a:r>
            <a:r>
              <a:rPr lang="en-US" dirty="0">
                <a:solidFill>
                  <a:srgbClr val="333300"/>
                </a:solidFill>
              </a:rPr>
              <a:t>. So instead of straight line food chain , the relationship can be shown as a series of branching lines called a </a:t>
            </a:r>
            <a:r>
              <a:rPr lang="en-US" dirty="0">
                <a:solidFill>
                  <a:schemeClr val="accent2"/>
                </a:solidFill>
              </a:rPr>
              <a:t>food web. </a:t>
            </a:r>
          </a:p>
        </p:txBody>
      </p:sp>
    </p:spTree>
    <p:extLst>
      <p:ext uri="{BB962C8B-B14F-4D97-AF65-F5344CB8AC3E}">
        <p14:creationId xmlns:p14="http://schemas.microsoft.com/office/powerpoint/2010/main" val="37958774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6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set>
                                      <p:cBhvr>
                                        <p:cTn id="9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4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set>
                                      <p:cBhvr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4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set>
                                      <p:cBhvr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4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set>
                                      <p:cBhvr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1026" name="Picture 2" descr="C:\Users\WIN-7\Desktop\IMG_20200627_175850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600200"/>
            <a:ext cx="4038600" cy="457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7" name="Picture 3" descr="C:\Users\WIN-7\Desktop\IMG_20200626_172834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8200" y="1600200"/>
            <a:ext cx="4114800" cy="457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1295400" y="914400"/>
            <a:ext cx="244643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prstClr val="black"/>
                </a:solidFill>
              </a:rPr>
              <a:t>FLOW OF ENERGY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1145232"/>
            <a:ext cx="16058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prstClr val="black"/>
                </a:solidFill>
              </a:rPr>
              <a:t>FOOD WEB</a:t>
            </a:r>
          </a:p>
        </p:txBody>
      </p:sp>
    </p:spTree>
    <p:extLst>
      <p:ext uri="{BB962C8B-B14F-4D97-AF65-F5344CB8AC3E}">
        <p14:creationId xmlns:p14="http://schemas.microsoft.com/office/powerpoint/2010/main" val="39168308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2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7" dur="2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2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" dur="2000" fill="hold"/>
                                        <p:tgtEl>
                                          <p:spTgt spid="102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13" dur="2000" fill="hold"/>
                                        <p:tgtEl>
                                          <p:spTgt spid="102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" dur="2000" fill="hold"/>
                                        <p:tgtEl>
                                          <p:spTgt spid="102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85800"/>
            <a:ext cx="8229600" cy="5715000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1C1C1C"/>
                </a:solidFill>
              </a:rPr>
              <a:t>From the energy flow diagram two things become clear.</a:t>
            </a:r>
          </a:p>
          <a:p>
            <a:r>
              <a:rPr lang="en-US" sz="4000" dirty="0">
                <a:solidFill>
                  <a:srgbClr val="1C1C1C"/>
                </a:solidFill>
              </a:rPr>
              <a:t>1.The flow of energy is unidirectional</a:t>
            </a:r>
          </a:p>
          <a:p>
            <a:r>
              <a:rPr lang="en-US" sz="4000" dirty="0">
                <a:solidFill>
                  <a:srgbClr val="1C1C1C"/>
                </a:solidFill>
              </a:rPr>
              <a:t> 2.The energy available at each trophic level gets diminished progressively</a:t>
            </a:r>
          </a:p>
        </p:txBody>
      </p:sp>
    </p:spTree>
    <p:extLst>
      <p:ext uri="{BB962C8B-B14F-4D97-AF65-F5344CB8AC3E}">
        <p14:creationId xmlns:p14="http://schemas.microsoft.com/office/powerpoint/2010/main" val="18374816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7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solidFill>
                  <a:srgbClr val="C00000"/>
                </a:solidFill>
              </a:rPr>
              <a:t>BIOLOGICAL MAGNIFICATION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Harmful chemicals  in our body through the food chain.</a:t>
            </a:r>
          </a:p>
          <a:p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We use several pesticides and other chemicals to protect our crops from diseases and pests.</a:t>
            </a:r>
          </a:p>
          <a:p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These chemicals are washed down into the the soil or in to the water bodies.</a:t>
            </a:r>
          </a:p>
          <a:p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From the soil it is absorbed by plants along with water and minerals.</a:t>
            </a:r>
          </a:p>
          <a:p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From the water these are taken up by aquatic plants and animals.</a:t>
            </a:r>
          </a:p>
          <a:p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As these chemicals are non- biodegradable , these get accumulated  progressively at each trophic level. </a:t>
            </a:r>
          </a:p>
        </p:txBody>
      </p:sp>
    </p:spTree>
    <p:extLst>
      <p:ext uri="{BB962C8B-B14F-4D97-AF65-F5344CB8AC3E}">
        <p14:creationId xmlns:p14="http://schemas.microsoft.com/office/powerpoint/2010/main" val="23664932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0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animClr clrSpc="hsl" dir="cw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animClr clrSpc="hsl" dir="cw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set>
                                      <p:cBhvr>
                                        <p:cTn id="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30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animClr clrSpc="hsl" dir="cw">
                                      <p:cBhvr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animClr clrSpc="hsl" dir="cw">
                                      <p:cBhvr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set>
                                      <p:cBhvr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0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animClr clrSpc="hsl" dir="cw">
                                      <p:cBhvr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animClr clrSpc="hsl" dir="cw">
                                      <p:cBhvr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set>
                                      <p:cBhvr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0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animClr clrSpc="hsl" dir="cw">
                                      <p:cBhvr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animClr clrSpc="hsl" dir="cw">
                                      <p:cBhvr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set>
                                      <p:cBhvr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0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animClr clrSpc="hsl" dir="cw">
                                      <p:cBhvr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animClr clrSpc="hsl" dir="cw">
                                      <p:cBhvr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set>
                                      <p:cBhvr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0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4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animClr clrSpc="hsl" dir="cw">
                                      <p:cBhvr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animClr clrSpc="hsl" dir="cw">
                                      <p:cBhvr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set>
                                      <p:cBhvr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0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4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animClr clrSpc="hsl" dir="cw">
                                      <p:cBhvr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animClr clrSpc="hsl" dir="cw">
                                      <p:cBhvr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set>
                                      <p:cBhvr>
                                        <p:cTn id="5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480060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1C1C1C"/>
                </a:solidFill>
              </a:rPr>
              <a:t> The maximum concentration of  these chemicals get accumulated in our bodies.</a:t>
            </a:r>
          </a:p>
          <a:p>
            <a:r>
              <a:rPr lang="en-US" dirty="0">
                <a:solidFill>
                  <a:srgbClr val="1C1C1C"/>
                </a:solidFill>
              </a:rPr>
              <a:t>This progressive accumulation of harmful chemicals in the body of organisms through food chain is called </a:t>
            </a:r>
            <a:r>
              <a:rPr lang="en-US" dirty="0">
                <a:solidFill>
                  <a:schemeClr val="accent2"/>
                </a:solidFill>
              </a:rPr>
              <a:t>biological magnificatio.</a:t>
            </a:r>
            <a:r>
              <a:rPr lang="en-US" dirty="0">
                <a:solidFill>
                  <a:srgbClr val="1C1C1C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6441088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mph" presetSubtype="0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6" dur="indefinite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5" presetClass="emph" presetSubtype="0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10" dur="indefinite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WIN-7\Desktop\pon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7400" y="1447800"/>
            <a:ext cx="5029200" cy="5105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2286000" y="946666"/>
            <a:ext cx="625979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C00000"/>
                </a:solidFill>
              </a:rPr>
              <a:t>BIOLOGICAL MAGNIFICATION IN A POND</a:t>
            </a:r>
          </a:p>
        </p:txBody>
      </p:sp>
    </p:spTree>
    <p:extLst>
      <p:ext uri="{BB962C8B-B14F-4D97-AF65-F5344CB8AC3E}">
        <p14:creationId xmlns:p14="http://schemas.microsoft.com/office/powerpoint/2010/main" val="4895975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mph" presetSubtype="0" fill="remove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250" autoRev="1" fill="remove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7" dur="250" autoRev="1" fill="remove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" dur="250" autoRev="1" fill="remove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250" autoRev="1" fill="remove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" dur="500" tmFilter="0, 0; .2, .5; .8, .5; 1, 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4" dur="250" autoRev="1" fill="hold"/>
                                        <p:tgtEl>
                                          <p:spTgt spid="102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44562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rgbClr val="C00000"/>
                </a:solidFill>
              </a:rPr>
              <a:t>OZONE LAYER AND IT’S DEPLETION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4830763"/>
          </a:xfrm>
        </p:spPr>
        <p:txBody>
          <a:bodyPr>
            <a:normAutofit fontScale="92500" lnSpcReduction="10000"/>
          </a:bodyPr>
          <a:lstStyle/>
          <a:p>
            <a:r>
              <a:rPr lang="en-US" dirty="0">
                <a:solidFill>
                  <a:srgbClr val="000066"/>
                </a:solidFill>
              </a:rPr>
              <a:t>Ozone is a protective layer of the atmosphere.</a:t>
            </a:r>
          </a:p>
          <a:p>
            <a:r>
              <a:rPr lang="en-US" dirty="0">
                <a:solidFill>
                  <a:srgbClr val="000066"/>
                </a:solidFill>
              </a:rPr>
              <a:t>It is located in the lower portion of the stratosphere from </a:t>
            </a:r>
            <a:r>
              <a:rPr lang="en-US" dirty="0">
                <a:solidFill>
                  <a:schemeClr val="accent2"/>
                </a:solidFill>
              </a:rPr>
              <a:t>approximately 15-35 km. above earth.</a:t>
            </a:r>
          </a:p>
          <a:p>
            <a:r>
              <a:rPr lang="en-US" dirty="0">
                <a:solidFill>
                  <a:srgbClr val="000066"/>
                </a:solidFill>
              </a:rPr>
              <a:t>Ozone (O</a:t>
            </a:r>
            <a:r>
              <a:rPr lang="en-US" sz="2200" dirty="0">
                <a:solidFill>
                  <a:srgbClr val="000066"/>
                </a:solidFill>
              </a:rPr>
              <a:t>3</a:t>
            </a:r>
            <a:r>
              <a:rPr lang="en-US" dirty="0">
                <a:solidFill>
                  <a:srgbClr val="000066"/>
                </a:solidFill>
              </a:rPr>
              <a:t>) is a molecule formed by 3 atoms of oxygen. Ozone is a deadly poison, how ever at the higher levels of the atmosphere, ozone performs an essential function.</a:t>
            </a:r>
          </a:p>
          <a:p>
            <a:r>
              <a:rPr lang="en-US" dirty="0">
                <a:solidFill>
                  <a:schemeClr val="accent2"/>
                </a:solidFill>
              </a:rPr>
              <a:t>It shields the surface of the earth from ultraviolet radiations  from the sun.  </a:t>
            </a:r>
          </a:p>
        </p:txBody>
      </p:sp>
    </p:spTree>
    <p:extLst>
      <p:ext uri="{BB962C8B-B14F-4D97-AF65-F5344CB8AC3E}">
        <p14:creationId xmlns:p14="http://schemas.microsoft.com/office/powerpoint/2010/main" val="10007624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9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animClr clrSpc="rgb" dir="cw">
                                      <p:cBhvr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9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animClr clrSpc="rgb" dir="cw">
                                      <p:cBhvr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9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animClr clrSpc="rgb" dir="cw">
                                      <p:cBhvr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9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animClr clrSpc="rgb" dir="cw">
                                      <p:cBhvr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04800"/>
            <a:ext cx="8229600" cy="6248400"/>
          </a:xfrm>
        </p:spPr>
        <p:txBody>
          <a:bodyPr>
            <a:normAutofit/>
          </a:bodyPr>
          <a:lstStyle/>
          <a:p>
            <a:r>
              <a:rPr lang="en-US" dirty="0"/>
              <a:t>UV radiation is highly damaging to organisms.</a:t>
            </a:r>
          </a:p>
          <a:p>
            <a:r>
              <a:rPr lang="en-US" dirty="0"/>
              <a:t>It is known to cause skin cancer, mutations,  damage to eye etc.</a:t>
            </a:r>
          </a:p>
          <a:p>
            <a:r>
              <a:rPr lang="en-US" dirty="0"/>
              <a:t>Ozone is formed by the action of UV radiation on oxygen. The UV radiation split apart some molecular O2 into free oxygen (O)atoms.</a:t>
            </a:r>
          </a:p>
          <a:p>
            <a:r>
              <a:rPr lang="en-US" dirty="0"/>
              <a:t>These atoms then combine with molecular oxygen to form ozone.</a:t>
            </a:r>
          </a:p>
          <a:p>
            <a:endParaRPr lang="en-US" sz="4400" dirty="0"/>
          </a:p>
          <a:p>
            <a:endParaRPr lang="en-US" sz="3500" dirty="0">
              <a:sym typeface="Wingdings" pitchFamily="2" charset="2"/>
            </a:endParaRP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1026" name="Picture 2" descr="C:\Users\WIN-7\Desktop\IMG_20200628_114105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9400" y="4724400"/>
            <a:ext cx="2362200" cy="1600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482429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6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set>
                                      <p:cBhvr>
                                        <p:cTn id="9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24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set>
                                      <p:cBhvr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24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set>
                                      <p:cBhvr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24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set>
                                      <p:cBhvr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" dur="500" tmFilter="0, 0; .2, .5; .8, .5; 1, 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9" dur="250" autoRev="1" fill="hold"/>
                                        <p:tgtEl>
                                          <p:spTgt spid="102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44562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rgbClr val="C00000"/>
                </a:solidFill>
              </a:rPr>
              <a:t>OZONE LAYER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1026" name="Picture 2" descr="C:\Users\WIN-7\Desktop\ozone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1524000"/>
            <a:ext cx="8534400" cy="4800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411680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44562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rgbClr val="C00000"/>
                </a:solidFill>
              </a:rPr>
              <a:t>MANAGING GARBAGE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4983163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2">
                    <a:lumMod val="50000"/>
                  </a:schemeClr>
                </a:solidFill>
              </a:rPr>
              <a:t>In our daily life we use to throw away many solid materials which are not useful to us.</a:t>
            </a:r>
          </a:p>
          <a:p>
            <a:r>
              <a:rPr lang="en-US" dirty="0">
                <a:solidFill>
                  <a:schemeClr val="tx2">
                    <a:lumMod val="50000"/>
                  </a:schemeClr>
                </a:solidFill>
              </a:rPr>
              <a:t>All these left out solid waste constitute garbage.</a:t>
            </a:r>
          </a:p>
          <a:p>
            <a:r>
              <a:rPr lang="en-US" dirty="0">
                <a:solidFill>
                  <a:schemeClr val="tx2">
                    <a:lumMod val="50000"/>
                  </a:schemeClr>
                </a:solidFill>
              </a:rPr>
              <a:t>In our experience many of these waste materials disappear after some time, where as others will remain in our surrounding with out any change indefinitely. </a:t>
            </a:r>
          </a:p>
        </p:txBody>
      </p:sp>
    </p:spTree>
    <p:extLst>
      <p:ext uri="{BB962C8B-B14F-4D97-AF65-F5344CB8AC3E}">
        <p14:creationId xmlns:p14="http://schemas.microsoft.com/office/powerpoint/2010/main" val="14619704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12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09600"/>
            <a:ext cx="8229600" cy="5791200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r>
              <a:rPr lang="en-US" dirty="0"/>
              <a:t>These materials may become harmful to the various members of the ecosystem.</a:t>
            </a:r>
          </a:p>
          <a:p>
            <a:r>
              <a:rPr lang="en-US" dirty="0"/>
              <a:t>They may cause mechanical injury to us, reduce the soil quality, prevent percolation of water in to the soil, health problems to cattle and other wild animals. </a:t>
            </a:r>
          </a:p>
        </p:txBody>
      </p:sp>
    </p:spTree>
    <p:extLst>
      <p:ext uri="{BB962C8B-B14F-4D97-AF65-F5344CB8AC3E}">
        <p14:creationId xmlns:p14="http://schemas.microsoft.com/office/powerpoint/2010/main" val="28681529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7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13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57200"/>
            <a:ext cx="8229600" cy="5943600"/>
          </a:xfrm>
        </p:spPr>
        <p:txBody>
          <a:bodyPr>
            <a:normAutofit/>
          </a:bodyPr>
          <a:lstStyle/>
          <a:p>
            <a:r>
              <a:rPr lang="en-US" dirty="0"/>
              <a:t>Many methods can be suggested to dispose garbage.</a:t>
            </a:r>
          </a:p>
          <a:p>
            <a:r>
              <a:rPr lang="en-US" dirty="0"/>
              <a:t>These include Recycling, reuse, repurposing, Refuse, incineration, segregation etc.</a:t>
            </a:r>
          </a:p>
          <a:p>
            <a:r>
              <a:rPr lang="en-US" dirty="0"/>
              <a:t>Improvement in our life style have resulted in greater amount of waste material generation. Change in our attitude also have a role to play, with more and more things we use becoming disposable.</a:t>
            </a:r>
          </a:p>
          <a:p>
            <a:r>
              <a:rPr lang="en-US" dirty="0"/>
              <a:t>Changes in packaging have resulted in much of our waste becoming non biodegradable.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06872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9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" dur="2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" dur="2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WIN-7\Desktop\garbage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1" y="609600"/>
            <a:ext cx="3200399" cy="274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1" name="Picture 3" descr="C:\Users\WIN-7\Desktop\G2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1600" y="609600"/>
            <a:ext cx="3048000" cy="2895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C:\Users\WIN-7\Desktop\compost.jp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2200" y="3657600"/>
            <a:ext cx="4800600" cy="2971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168682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205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 tmFilter="0, 0; .2, .5; .8, .5; 1, 0"/>
                                        <p:tgtEl>
                                          <p:spTgt spid="205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" dur="250" autoRev="1" fill="hold"/>
                                        <p:tgtEl>
                                          <p:spTgt spid="205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 tmFilter="0, 0; .2, .5; .8, .5; 1, 0"/>
                                        <p:tgtEl>
                                          <p:spTgt spid="205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7" dur="250" autoRev="1" fill="hold"/>
                                        <p:tgtEl>
                                          <p:spTgt spid="205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278562"/>
          </a:xfrm>
        </p:spPr>
        <p:txBody>
          <a:bodyPr/>
          <a:lstStyle/>
          <a:p>
            <a:r>
              <a:rPr lang="en-IN" b="1" dirty="0">
                <a:solidFill>
                  <a:srgbClr val="C00000"/>
                </a:solidFill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0946699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Office Them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 Theme">
      <a:majorFont>
        <a:latin typeface="Calibri"/>
        <a:ea typeface="WenQuanYi Micro Hei"/>
        <a:cs typeface="WenQuanYi Micro Hei"/>
      </a:majorFont>
      <a:minorFont>
        <a:latin typeface="Calibri"/>
        <a:ea typeface="WenQuanYi Micro Hei"/>
        <a:cs typeface="WenQuanYi Micro Hei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57200" rtl="0" eaLnBrk="1" fontAlgn="base" latinLnBrk="0" hangingPunct="0">
          <a:lnSpc>
            <a:spcPct val="93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6" charset="0"/>
          <a:buNone/>
          <a:tabLst/>
          <a:defRPr kumimoji="0" lang="en-GB" sz="1800" b="0" i="0" u="none" strike="noStrike" cap="none" normalizeH="0" baseline="0" smtClean="0">
            <a:ln>
              <a:noFill/>
            </a:ln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57200" rtl="0" eaLnBrk="1" fontAlgn="base" latinLnBrk="0" hangingPunct="0">
          <a:lnSpc>
            <a:spcPct val="93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6" charset="0"/>
          <a:buNone/>
          <a:tabLst/>
          <a:defRPr kumimoji="0" lang="en-GB" sz="1800" b="0" i="0" u="none" strike="noStrike" cap="none" normalizeH="0" baseline="0" smtClean="0">
            <a:ln>
              <a:noFill/>
            </a:ln>
            <a:effectLst/>
            <a:latin typeface="Arial" charset="0"/>
          </a:defRPr>
        </a:defPPr>
      </a:lstStyle>
    </a:lnDef>
  </a:objectDefaults>
  <a:extraClrSchemeLst>
    <a:extraClrScheme>
      <a:clrScheme name="Office Them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2_Office Theme">
  <a:themeElements>
    <a:clrScheme name="Office Them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 Theme">
      <a:majorFont>
        <a:latin typeface="Calibri"/>
        <a:ea typeface="WenQuanYi Micro Hei"/>
        <a:cs typeface="WenQuanYi Micro Hei"/>
      </a:majorFont>
      <a:minorFont>
        <a:latin typeface="Calibri"/>
        <a:ea typeface="WenQuanYi Micro Hei"/>
        <a:cs typeface="WenQuanYi Micro Hei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57200" rtl="0" eaLnBrk="1" fontAlgn="base" latinLnBrk="0" hangingPunct="0">
          <a:lnSpc>
            <a:spcPct val="93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6" charset="0"/>
          <a:buNone/>
          <a:tabLst/>
          <a:defRPr kumimoji="0" lang="en-GB" sz="1800" b="0" i="0" u="none" strike="noStrike" cap="none" normalizeH="0" baseline="0" smtClean="0">
            <a:ln>
              <a:noFill/>
            </a:ln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57200" rtl="0" eaLnBrk="1" fontAlgn="base" latinLnBrk="0" hangingPunct="0">
          <a:lnSpc>
            <a:spcPct val="93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6" charset="0"/>
          <a:buNone/>
          <a:tabLst/>
          <a:defRPr kumimoji="0" lang="en-GB" sz="1800" b="0" i="0" u="none" strike="noStrike" cap="none" normalizeH="0" baseline="0" smtClean="0">
            <a:ln>
              <a:noFill/>
            </a:ln>
            <a:effectLst/>
            <a:latin typeface="Arial" charset="0"/>
          </a:defRPr>
        </a:defPPr>
      </a:lstStyle>
    </a:lnDef>
  </a:objectDefaults>
  <a:extraClrSchemeLst>
    <a:extraClrScheme>
      <a:clrScheme name="Office Them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4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5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3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6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7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8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0.xml><?xml version="1.0" encoding="utf-8"?>
<a:theme xmlns:a="http://schemas.openxmlformats.org/drawingml/2006/main" name="9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1.xml><?xml version="1.0" encoding="utf-8"?>
<a:theme xmlns:a="http://schemas.openxmlformats.org/drawingml/2006/main" name="10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2.xml><?xml version="1.0" encoding="utf-8"?>
<a:theme xmlns:a="http://schemas.openxmlformats.org/drawingml/2006/main" name="1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3.xml><?xml version="1.0" encoding="utf-8"?>
<a:theme xmlns:a="http://schemas.openxmlformats.org/drawingml/2006/main" name="12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4.xml><?xml version="1.0" encoding="utf-8"?>
<a:theme xmlns:a="http://schemas.openxmlformats.org/drawingml/2006/main" name="13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9723221</TotalTime>
  <Words>1491</Words>
  <Application>Microsoft Office PowerPoint</Application>
  <PresentationFormat>On-screen Show (4:3)</PresentationFormat>
  <Paragraphs>111</Paragraphs>
  <Slides>34</Slides>
  <Notes>5</Notes>
  <HiddenSlides>0</HiddenSlides>
  <MMClips>0</MMClips>
  <ScaleCrop>false</ScaleCrop>
  <HeadingPairs>
    <vt:vector size="4" baseType="variant">
      <vt:variant>
        <vt:lpstr>Theme</vt:lpstr>
      </vt:variant>
      <vt:variant>
        <vt:i4>14</vt:i4>
      </vt:variant>
      <vt:variant>
        <vt:lpstr>Slide Titles</vt:lpstr>
      </vt:variant>
      <vt:variant>
        <vt:i4>34</vt:i4>
      </vt:variant>
    </vt:vector>
  </HeadingPairs>
  <TitlesOfParts>
    <vt:vector size="48" baseType="lpstr">
      <vt:lpstr>Office Theme</vt:lpstr>
      <vt:lpstr>1_Office Theme</vt:lpstr>
      <vt:lpstr>2_Office Theme</vt:lpstr>
      <vt:lpstr>4_Office Theme</vt:lpstr>
      <vt:lpstr>5_Office Theme</vt:lpstr>
      <vt:lpstr>3_Office Theme</vt:lpstr>
      <vt:lpstr>6_Office Theme</vt:lpstr>
      <vt:lpstr>7_Office Theme</vt:lpstr>
      <vt:lpstr>8_Office Theme</vt:lpstr>
      <vt:lpstr>9_Office Theme</vt:lpstr>
      <vt:lpstr>10_Office Theme</vt:lpstr>
      <vt:lpstr>11_Office Theme</vt:lpstr>
      <vt:lpstr>12_Office Theme</vt:lpstr>
      <vt:lpstr>13_Office Theme</vt:lpstr>
      <vt:lpstr>PowerPoint Presentation</vt:lpstr>
      <vt:lpstr>LEARNING OUTCOMES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Sub-Concept 15.2  Eco-system – What  are its components?</vt:lpstr>
      <vt:lpstr>PowerPoint Presentation</vt:lpstr>
      <vt:lpstr>PowerPoint Presentation</vt:lpstr>
      <vt:lpstr>COMPONENTS OF ECOSYSTEM</vt:lpstr>
      <vt:lpstr>PowerPoint Presentation</vt:lpstr>
      <vt:lpstr>PowerPoint Presentation</vt:lpstr>
      <vt:lpstr>PowerPoint Presentation</vt:lpstr>
      <vt:lpstr>Action of decomposer</vt:lpstr>
      <vt:lpstr>FOOD CHAINS AND FOOD WEBS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vt:lpstr>
      <vt:lpstr>FOOD CHAIN</vt:lpstr>
      <vt:lpstr>PowerPoint Presentation</vt:lpstr>
      <vt:lpstr>ENERGY FLOW</vt:lpstr>
      <vt:lpstr>PowerPoint Presentation</vt:lpstr>
      <vt:lpstr>PowerPoint Presentation</vt:lpstr>
      <vt:lpstr>PowerPoint Presentation</vt:lpstr>
      <vt:lpstr>PowerPoint Presentation</vt:lpstr>
      <vt:lpstr>BIOLOGICAL MAGNIFICATION</vt:lpstr>
      <vt:lpstr>PowerPoint Presentation</vt:lpstr>
      <vt:lpstr>PowerPoint Presentation</vt:lpstr>
      <vt:lpstr>OZONE LAYER AND IT’S DEPLETION</vt:lpstr>
      <vt:lpstr>PowerPoint Presentation</vt:lpstr>
      <vt:lpstr>OZONE LAYER</vt:lpstr>
      <vt:lpstr>MANAGING GARBAGE</vt:lpstr>
      <vt:lpstr>PowerPoint Presentation</vt:lpstr>
      <vt:lpstr>PowerPoint Presentation</vt:lpstr>
      <vt:lpstr>PowerPoint Presentation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OUR ENVIRONMENT  CLASS X By SATHYASEELAN ASARI PGT BIOLOGY,JNV UDUPI</dc:title>
  <dc:creator>WIN-7</dc:creator>
  <cp:lastModifiedBy>Jason Augustine</cp:lastModifiedBy>
  <cp:revision>111</cp:revision>
  <dcterms:created xsi:type="dcterms:W3CDTF">2001-12-31T18:30:53Z</dcterms:created>
  <dcterms:modified xsi:type="dcterms:W3CDTF">2026-10-06T22:27:40Z</dcterms:modified>
</cp:coreProperties>
</file>